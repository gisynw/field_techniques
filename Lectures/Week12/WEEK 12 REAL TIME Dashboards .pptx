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8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2" r:id="rId2"/>
    <p:sldMasterId id="2147483684" r:id="rId3"/>
    <p:sldMasterId id="2147483696" r:id="rId4"/>
    <p:sldMasterId id="2147483708" r:id="rId5"/>
    <p:sldMasterId id="2147483721" r:id="rId6"/>
    <p:sldMasterId id="2147483734" r:id="rId7"/>
    <p:sldMasterId id="2147483746" r:id="rId8"/>
    <p:sldMasterId id="2147483758" r:id="rId9"/>
  </p:sldMasterIdLst>
  <p:notesMasterIdLst>
    <p:notesMasterId r:id="rId18"/>
  </p:notesMasterIdLst>
  <p:sldIdLst>
    <p:sldId id="914" r:id="rId10"/>
    <p:sldId id="1647" r:id="rId11"/>
    <p:sldId id="1651" r:id="rId12"/>
    <p:sldId id="1650" r:id="rId13"/>
    <p:sldId id="1649" r:id="rId14"/>
    <p:sldId id="1648" r:id="rId15"/>
    <p:sldId id="326" r:id="rId16"/>
    <p:sldId id="270" r:id="rId17"/>
  </p:sldIdLst>
  <p:sldSz cx="8229600" cy="51435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148" autoAdjust="0"/>
  </p:normalViewPr>
  <p:slideViewPr>
    <p:cSldViewPr snapToGrid="0" snapToObjects="1">
      <p:cViewPr varScale="1">
        <p:scale>
          <a:sx n="117" d="100"/>
          <a:sy n="117" d="100"/>
        </p:scale>
        <p:origin x="1770" y="96"/>
      </p:cViewPr>
      <p:guideLst>
        <p:guide orient="horz" pos="1620"/>
        <p:guide pos="25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10" Type="http://schemas.openxmlformats.org/officeDocument/2006/relationships/slide" Target="slides/slide1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6C520B4-85AA-9542-8CF7-3D2DDCE6041D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696913"/>
            <a:ext cx="55784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6507943-197E-CE46-82F0-5A323A24AE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7943-197E-CE46-82F0-5A323A24A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0193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04FD5-CE3B-8E57-75FA-2A69DA26C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6FE94-2F8E-7B32-13BF-3DE8E8260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966AC-214D-9875-CA73-42E7EC13B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64AFE-9D8A-D14C-46DE-A87B07D9F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7943-197E-CE46-82F0-5A323A24A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412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62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07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2276-8822-48E0-827C-9B687448FBD4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54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7484-9EBD-4C2B-A89A-769ACE5C9E92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51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4529-4811-4D8F-A568-858DBBA149F6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9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F59C6-93CB-442B-9BA7-29471B9A936F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0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211E4-39CE-412F-8542-F1BCB19F860C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A7471-1F8D-4433-80A6-DC6E9976319D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44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A03ED-9E94-4A6B-9795-09538D3BE1B7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38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2128CDD8-E440-472D-8126-3DC9FAF58FB5}" type="datetime1">
              <a:rPr lang="en-US" smtClean="0"/>
              <a:t>11/4/2025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02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B760-8539-4493-B9C9-ED90FDBBCC80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84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E438E-2AA2-4269-BE09-F64F37272CC7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08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E4893-7BF5-4E16-932C-68B6957FB9CD}" type="datetime1">
              <a:rPr lang="en-US" smtClean="0"/>
              <a:t>11/4/2025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55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F9BB-97E2-4F5E-A9A6-FAC40A4E9E52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34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16EE0-F357-46ED-94FA-906C52536BC8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98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55F4-0623-4308-89A4-2EF3C67F970E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8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C25ED-83A1-4E27-9E45-CB4ECD4F0BBC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04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4F89-8A4A-4667-ACA3-D44E384795DF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82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13FE4-A8B1-43D2-900A-0789A75D843A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720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B1E2-CA70-4E33-B1AB-E13FFAB976F0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8344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3E20A27F-A940-4DB1-BFA3-6B00386BFBB8}" type="datetime1">
              <a:rPr lang="en-US" smtClean="0"/>
              <a:t>11/4/2025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1408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8B4FF-525C-4739-8620-1BBEF31D3000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851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B1A4-BA96-45DD-B69E-04FB88AA18D4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581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499E-7FB9-4175-B5CC-46A07FADF573}" type="datetime1">
              <a:rPr lang="en-US" smtClean="0"/>
              <a:t>11/4/2025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57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3EF4-AD61-48A1-B51C-86BBC26A07EE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921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9FF5-A3A3-421D-9FE4-C97ACA9B4B66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989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4F4B-9A6E-4B50-BE3E-090D5038F3B5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010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9AE4F-ECA9-4391-85A0-0BDC121BC912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400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F0038-C403-4E4E-A358-F4B6321C12F5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581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52514-E107-4B51-A0E4-6CCBE2731D63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5676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5C0F4-646D-457B-9990-7D4E2FD4A597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331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8E4477A8-A506-4192-A810-B96D85416BE8}" type="datetime1">
              <a:rPr lang="en-US" smtClean="0"/>
              <a:t>11/4/2025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26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1744-7364-4EA9-A9E9-43D8A126DBDD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7778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992A1-5616-4927-9B49-E60372E9FC72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653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DECA2-35DB-4F3A-8A04-28A5742D3AB4}" type="datetime1">
              <a:rPr lang="en-US" smtClean="0"/>
              <a:t>11/4/2025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730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3EF4-AD61-48A1-B51C-86BBC26A07EE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124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9FF5-A3A3-421D-9FE4-C97ACA9B4B66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476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4F4B-9A6E-4B50-BE3E-090D5038F3B5}" type="datetime1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949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9AE4F-ECA9-4391-85A0-0BDC121BC912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909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F0038-C403-4E4E-A358-F4B6321C12F5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356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52514-E107-4B51-A0E4-6CCBE2731D63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679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5C0F4-646D-457B-9990-7D4E2FD4A597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590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8E4477A8-A506-4192-A810-B96D85416BE8}" type="datetime1">
              <a:rPr lang="en-US" smtClean="0"/>
              <a:t>11/4/2025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994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1744-7364-4EA9-A9E9-43D8A126DBDD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7675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992A1-5616-4927-9B49-E60372E9FC72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236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DECA2-35DB-4F3A-8A04-28A5742D3AB4}" type="datetime1">
              <a:rPr lang="en-US" smtClean="0"/>
              <a:t>11/4/2025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8876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5611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5592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79322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5082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9174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06601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17679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4612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27466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30854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02607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6468427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84772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48052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76505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86137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4540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99791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49950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4001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0536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02804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65325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6272031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597820"/>
            <a:ext cx="6995160" cy="110251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40" y="2914650"/>
            <a:ext cx="576072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F9BB-97E2-4F5E-A9A6-FAC40A4E9E52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0903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16EE0-F357-46ED-94FA-906C52536BC8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498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082" y="3305176"/>
            <a:ext cx="6995160" cy="102155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082" y="2180035"/>
            <a:ext cx="6995160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55F4-0623-4308-89A4-2EF3C67F970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2877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0" y="1200151"/>
            <a:ext cx="3634740" cy="3394472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3380" y="1200151"/>
            <a:ext cx="3634740" cy="3394472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C25ED-83A1-4E27-9E45-CB4ECD4F0BBC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5286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151335"/>
            <a:ext cx="3636169" cy="47982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1480" y="1631156"/>
            <a:ext cx="3636169" cy="2963466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80524" y="1151335"/>
            <a:ext cx="3637598" cy="47982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80524" y="1631156"/>
            <a:ext cx="3637598" cy="2963466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4F89-8A4A-4667-ACA3-D44E384795DF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0034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13FE4-A8B1-43D2-900A-0789A75D843A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97908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B1E2-CA70-4E33-B1AB-E13FFAB976F0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9164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1" y="204787"/>
            <a:ext cx="2707482" cy="8715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7545" y="204789"/>
            <a:ext cx="4600575" cy="438983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1481" y="1076327"/>
            <a:ext cx="2707482" cy="3518297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A27F-A940-4DB1-BFA3-6B00386BFBB8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65486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059" y="3600450"/>
            <a:ext cx="4937760" cy="425054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13059" y="459581"/>
            <a:ext cx="4937760" cy="308610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3059" y="4025504"/>
            <a:ext cx="4937760" cy="603647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8B4FF-525C-4739-8620-1BBEF31D3000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0223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B1A4-BA96-45DD-B69E-04FB88AA18D4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5861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66460" y="205979"/>
            <a:ext cx="1851660" cy="4388644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1480" y="205979"/>
            <a:ext cx="5417820" cy="4388644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499E-7FB9-4175-B5CC-46A07FADF573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2432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96581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53744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09276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5356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91312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3982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54841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2103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16689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06333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02618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94262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49330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74172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75599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1754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04826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57722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35480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51389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55624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54360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70797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C42EC64-2F82-4549-80F3-4C0D62F7FBE0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30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1E1391E-2A44-4376-9A8A-15039D79744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505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3D9F797-665E-490A-B876-3E21189284A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348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3D9F797-665E-490A-B876-3E21189284A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346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13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62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205979"/>
            <a:ext cx="740664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80" y="1200151"/>
            <a:ext cx="740664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1480" y="4767263"/>
            <a:ext cx="19202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1391E-2A44-4376-9A8A-15039D79744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11780" y="4767263"/>
            <a:ext cx="26060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97880" y="4767263"/>
            <a:ext cx="19202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4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hf hdr="0" ftr="0" dt="0"/>
  <p:txStyles>
    <p:titleStyle>
      <a:lvl1pPr algn="ctr" defTabSz="411480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610" indent="-308610" algn="l" defTabSz="411480" rtl="0" eaLnBrk="1" latinLnBrk="0" hangingPunct="1">
        <a:spcBef>
          <a:spcPct val="200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655" indent="-257175" algn="l" defTabSz="411480" rtl="0" eaLnBrk="1" latinLnBrk="0" hangingPunct="1">
        <a:spcBef>
          <a:spcPct val="20000"/>
        </a:spcBef>
        <a:buFont typeface="Arial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411480" rtl="0" eaLnBrk="1" latinLnBrk="0" hangingPunct="1">
        <a:spcBef>
          <a:spcPct val="20000"/>
        </a:spcBef>
        <a:buFont typeface="Arial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41148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41148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15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980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arcgis.com/apps/dashboards/7edefc1970d44b839ebbfd7b45e51e2d" TargetMode="External"/><Relationship Id="rId1" Type="http://schemas.openxmlformats.org/officeDocument/2006/relationships/slideLayout" Target="../slideLayouts/slideLayout9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57176"/>
            <a:ext cx="8229599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1734BD9E-DDD5-C150-8BA0-0B1B13A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/>
        </p:blipFill>
        <p:spPr>
          <a:xfrm>
            <a:off x="13" y="257175"/>
            <a:ext cx="8229587" cy="462914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990" y="565785"/>
            <a:ext cx="3382366" cy="617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18" y="662983"/>
            <a:ext cx="3381337" cy="39078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3439C-E1CA-A039-1552-7B23AB70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060" y="785709"/>
            <a:ext cx="3871767" cy="1831185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rgbClr val="FFFFFF"/>
                </a:solidFill>
              </a:rPr>
              <a:t>WEEK 12</a:t>
            </a:r>
            <a:br>
              <a:rPr lang="en-US" sz="2700" dirty="0">
                <a:solidFill>
                  <a:srgbClr val="FFFFFF"/>
                </a:solidFill>
              </a:rPr>
            </a:br>
            <a:r>
              <a:rPr lang="en-US" altLang="zh-CN" sz="2800" dirty="0"/>
              <a:t>Integrating data</a:t>
            </a:r>
            <a:br>
              <a:rPr lang="en-US" altLang="zh-CN" sz="2800" dirty="0"/>
            </a:br>
            <a:r>
              <a:rPr lang="en-US" altLang="zh-CN" sz="2800" dirty="0"/>
              <a:t>into dashboards </a:t>
            </a:r>
            <a:br>
              <a:rPr lang="en-US" sz="2700" dirty="0">
                <a:solidFill>
                  <a:srgbClr val="FFFFFF"/>
                </a:solidFill>
              </a:rPr>
            </a:br>
            <a:br>
              <a:rPr lang="en-US" sz="2700" dirty="0">
                <a:solidFill>
                  <a:srgbClr val="FFFFFF"/>
                </a:solidFill>
              </a:rPr>
            </a:br>
            <a:r>
              <a:rPr lang="en-US" sz="2700" dirty="0">
                <a:solidFill>
                  <a:srgbClr val="FFFFFF"/>
                </a:solidFill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6AEC8-AD7D-2F2A-F638-325ACB8C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060" y="2798352"/>
            <a:ext cx="2916154" cy="1537292"/>
          </a:xfrm>
        </p:spPr>
        <p:txBody>
          <a:bodyPr>
            <a:noAutofit/>
          </a:bodyPr>
          <a:lstStyle/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Yanan Wu</a:t>
            </a:r>
          </a:p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890" dirty="0" err="1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</a:t>
            </a:r>
          </a:p>
          <a:p>
            <a:endParaRPr lang="en-US" sz="1890" dirty="0">
              <a:solidFill>
                <a:srgbClr val="FFFFFF">
                  <a:alpha val="7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130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1" y="2340066"/>
            <a:ext cx="7626779" cy="22532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5"/>
            <a:ext cx="8229600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999" y="592623"/>
            <a:ext cx="746661" cy="395532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78" y="592621"/>
            <a:ext cx="6723707" cy="24826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8" y="735412"/>
            <a:ext cx="6492542" cy="2247787"/>
          </a:xfrm>
        </p:spPr>
        <p:txBody>
          <a:bodyPr vert="horz" lIns="61722" tIns="30861" rIns="61722" bIns="30861" rtlCol="0" anchor="ctr">
            <a:normAutofit/>
          </a:bodyPr>
          <a:lstStyle/>
          <a:p>
            <a:r>
              <a:rPr lang="en-US" sz="4050" dirty="0">
                <a:solidFill>
                  <a:srgbClr val="FFFFFF"/>
                </a:solidFill>
              </a:rPr>
              <a:t>12.1 </a:t>
            </a:r>
            <a:br>
              <a:rPr lang="en-US" sz="4050" dirty="0">
                <a:solidFill>
                  <a:srgbClr val="FFFFFF"/>
                </a:solidFill>
              </a:rPr>
            </a:br>
            <a:r>
              <a:rPr lang="en-US" altLang="zh-CN" sz="4050" dirty="0">
                <a:solidFill>
                  <a:srgbClr val="FFFFFF"/>
                </a:solidFill>
              </a:rPr>
              <a:t>ARCGIS DASHBOARD</a:t>
            </a:r>
            <a:endParaRPr lang="en-US" sz="4050" dirty="0">
              <a:solidFill>
                <a:srgbClr val="FFFFFF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33" y="3149018"/>
            <a:ext cx="6723753" cy="1398925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51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BB56EB9-078F-4952-AC1F-149C7A0A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2296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772EE4-ED5E-4D3A-A306-B22CF8667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450900"/>
            <a:ext cx="2499741" cy="43420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62693E-0921-D352-11E4-ED0F91D05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89" y="708564"/>
            <a:ext cx="2199835" cy="1097019"/>
          </a:xfrm>
        </p:spPr>
        <p:txBody>
          <a:bodyPr>
            <a:normAutofit/>
          </a:bodyPr>
          <a:lstStyle/>
          <a:p>
            <a:r>
              <a:rPr lang="en-US" altLang="zh-CN">
                <a:solidFill>
                  <a:srgbClr val="FFFFFF"/>
                </a:solidFill>
              </a:rPr>
              <a:t>Arcgis dashboard gallery</a:t>
            </a: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058680-D07C-4893-B2B7-91543F18A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342900"/>
            <a:ext cx="2499741" cy="7124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42427A-0A1F-4A55-8705-D9179F1E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54A6FE-D8CB-48A3-900B-053D4EBD3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340232"/>
            <a:ext cx="2499741" cy="7391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05DD9-A522-7924-BCA4-F2C3C0CE4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271" y="1902023"/>
            <a:ext cx="2108553" cy="2753952"/>
          </a:xfrm>
        </p:spPr>
        <p:txBody>
          <a:bodyPr anchor="t">
            <a:normAutofit/>
          </a:bodyPr>
          <a:lstStyle/>
          <a:p>
            <a:r>
              <a:rPr lang="en-US" altLang="zh-CN" dirty="0">
                <a:solidFill>
                  <a:srgbClr val="FFFFFF"/>
                </a:solidFill>
              </a:rPr>
              <a:t>https://www.arcgis.com/apps/dashboards/7edefc1970d44b839ebbfd7b45e51e2d</a:t>
            </a:r>
            <a:endParaRPr lang="zh-CN" altLang="en-US" dirty="0">
              <a:solidFill>
                <a:srgbClr val="FFFFFF"/>
              </a:solidFill>
            </a:endParaRPr>
          </a:p>
          <a:p>
            <a:endParaRPr lang="zh-CN" altLang="en-US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hlinkClick r:id="rId2"/>
            <a:extLst>
              <a:ext uri="{FF2B5EF4-FFF2-40B4-BE49-F238E27FC236}">
                <a16:creationId xmlns:a16="http://schemas.microsoft.com/office/drawing/2014/main" id="{4B88B11E-D911-F4DC-6864-CDA443C183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28" r="40181" b="1"/>
          <a:stretch>
            <a:fillRect/>
          </a:stretch>
        </p:blipFill>
        <p:spPr>
          <a:xfrm>
            <a:off x="2863235" y="450900"/>
            <a:ext cx="5064954" cy="434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755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81A444-859B-300A-2D6C-AE223316E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2F4EDE3-7C61-55FB-6B1D-21F583537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6E11B37-83B5-30E6-85EB-4346FCA4C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D4F2954-33D0-D4E0-7562-236E3FFDA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30E1236-042B-E5F4-14F8-4D204A467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1" y="2340066"/>
            <a:ext cx="7626779" cy="22532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CA2B3BF-582D-BE3D-13AC-3FA0C3C62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5"/>
            <a:ext cx="8229600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9157F9C-1553-9C4F-86FB-C47BA92E2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999" y="592623"/>
            <a:ext cx="746661" cy="395532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79FFE7E-A2BA-7096-156B-8F81515FF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78" y="592621"/>
            <a:ext cx="6723707" cy="24826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E8B75-8824-CFAD-2C97-E72465143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8" y="735412"/>
            <a:ext cx="6492542" cy="2247787"/>
          </a:xfrm>
        </p:spPr>
        <p:txBody>
          <a:bodyPr vert="horz" lIns="61722" tIns="30861" rIns="61722" bIns="30861" rtlCol="0" anchor="ctr">
            <a:normAutofit/>
          </a:bodyPr>
          <a:lstStyle/>
          <a:p>
            <a:r>
              <a:rPr lang="en-US" sz="4050" dirty="0">
                <a:solidFill>
                  <a:srgbClr val="FFFFFF"/>
                </a:solidFill>
              </a:rPr>
              <a:t>12.2 </a:t>
            </a:r>
            <a:br>
              <a:rPr lang="en-US" sz="4050" dirty="0">
                <a:solidFill>
                  <a:srgbClr val="FFFFFF"/>
                </a:solidFill>
              </a:rPr>
            </a:br>
            <a:r>
              <a:rPr lang="en-US" altLang="zh-CN" sz="4050" dirty="0">
                <a:solidFill>
                  <a:srgbClr val="FFFFFF"/>
                </a:solidFill>
              </a:rPr>
              <a:t>data</a:t>
            </a:r>
            <a:endParaRPr lang="en-US" sz="4050" dirty="0">
              <a:solidFill>
                <a:srgbClr val="FFFFFF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1CDC980-6E7B-3E88-AE33-83B6A7814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33" y="3149018"/>
            <a:ext cx="6723753" cy="1398925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066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BCC19-24B1-4F1B-9FFD-F6EE9E6A4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53097"/>
          </a:xfrm>
        </p:spPr>
        <p:txBody>
          <a:bodyPr/>
          <a:lstStyle/>
          <a:p>
            <a:r>
              <a:rPr lang="en-US" altLang="zh-CN" dirty="0"/>
              <a:t>PRACTICE – GET THE DATA FROM THE CITY OF DALLAS OPEN DATA API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2D40A-39D1-CE7C-DA43-42632097B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5765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52DEF-E2DE-464B-EE61-E1F3B97A0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61262"/>
          </a:xfrm>
        </p:spPr>
        <p:txBody>
          <a:bodyPr/>
          <a:lstStyle/>
          <a:p>
            <a:r>
              <a:rPr lang="en-US" altLang="zh-CN" dirty="0" err="1"/>
              <a:t>Arcgis</a:t>
            </a:r>
            <a:r>
              <a:rPr lang="en-US" altLang="zh-CN" dirty="0"/>
              <a:t> dashboard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ECEAB-7BA3-7C02-DD97-76CA8A3A4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3423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1" y="1740396"/>
            <a:ext cx="7863839" cy="204827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All drones weight more than .55 pounds must be registered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dirty="0"/>
              <a:t>The only real, valid drone registration site is  </a:t>
            </a:r>
            <a:r>
              <a:rPr lang="en-US" sz="2000" b="1" dirty="0"/>
              <a:t>faadronezone.faa.gov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dirty="0"/>
              <a:t>Any other site purporting to ‘help’ or ‘streamlining’ your registration is fake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15657D-B81F-471B-A7E2-93341103B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1025B5-289F-46B3-96C8-1DD9C73A3286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6B8FFC0B-4AFD-462F-A762-1FE7F839F5A5}"/>
              </a:ext>
            </a:extLst>
          </p:cNvPr>
          <p:cNvSpPr txBox="1">
            <a:spLocks/>
          </p:cNvSpPr>
          <p:nvPr/>
        </p:nvSpPr>
        <p:spPr>
          <a:xfrm>
            <a:off x="273654" y="174069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API</a:t>
            </a:r>
          </a:p>
        </p:txBody>
      </p:sp>
      <p:pic>
        <p:nvPicPr>
          <p:cNvPr id="5" name="Picture 4" descr="FAA registration website">
            <a:extLst>
              <a:ext uri="{FF2B5EF4-FFF2-40B4-BE49-F238E27FC236}">
                <a16:creationId xmlns:a16="http://schemas.microsoft.com/office/drawing/2014/main" id="{C35D539F-A81C-4022-99E0-BC32B499F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1" y="2930019"/>
            <a:ext cx="3548967" cy="17308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FFBC2A-5B12-596B-84AA-07DD23FE9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0584" y="3636191"/>
            <a:ext cx="4018039" cy="58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29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71305" y="1325254"/>
            <a:ext cx="3286989" cy="830997"/>
          </a:xfrm>
          <a:prstGeom prst="rect">
            <a:avLst/>
          </a:prstGeom>
          <a:noFill/>
        </p:spPr>
        <p:txBody>
          <a:bodyPr wrap="none" lIns="82296" tIns="41148" rIns="82296" bIns="41148">
            <a:spAutoFit/>
          </a:bodyPr>
          <a:lstStyle/>
          <a:p>
            <a:pPr algn="ctr"/>
            <a:r>
              <a:rPr lang="en-US" sz="4860" b="1" spc="180" dirty="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rgbClr val="008000">
                    <a:alpha val="50000"/>
                  </a:srgbClr>
                </a:solidFill>
                <a:effectLst>
                  <a:innerShdw blurRad="50800" dist="50800" dir="8100000">
                    <a:srgbClr val="7D7D7D">
                      <a:alpha val="73000"/>
                    </a:srgbClr>
                  </a:innerShdw>
                </a:effectLst>
              </a:rPr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C9EAE-E5B7-4784-94CD-D062E17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DE135F-68C6-4911-85BA-92ABB3F9F8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" y="4275667"/>
            <a:ext cx="5915025" cy="75819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DF13BC-3A5F-4415-94E6-85FAF42998C9}"/>
              </a:ext>
            </a:extLst>
          </p:cNvPr>
          <p:cNvCxnSpPr/>
          <p:nvPr/>
        </p:nvCxnSpPr>
        <p:spPr>
          <a:xfrm>
            <a:off x="152400" y="4182575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223018"/>
      </p:ext>
    </p:extLst>
  </p:cSld>
  <p:clrMapOvr>
    <a:masterClrMapping/>
  </p:clrMapOvr>
</p:sld>
</file>

<file path=ppt/theme/theme1.xml><?xml version="1.0" encoding="utf-8"?>
<a:theme xmlns:a="http://schemas.openxmlformats.org/drawingml/2006/main" name="5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3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2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4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5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6.xml><?xml version="1.0" encoding="utf-8"?>
<a:theme xmlns:a="http://schemas.openxmlformats.org/drawingml/2006/main" name="6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7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9.xml><?xml version="1.0" encoding="utf-8"?>
<a:theme xmlns:a="http://schemas.openxmlformats.org/drawingml/2006/main" name="8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Lecture05_GEOG3319_Receivers</Template>
  <TotalTime>6626</TotalTime>
  <Words>107</Words>
  <Application>Microsoft Office PowerPoint</Application>
  <PresentationFormat>Custom</PresentationFormat>
  <Paragraphs>22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8</vt:i4>
      </vt:variant>
    </vt:vector>
  </HeadingPairs>
  <TitlesOfParts>
    <vt:vector size="23" baseType="lpstr">
      <vt:lpstr>Arial</vt:lpstr>
      <vt:lpstr>Arial Black</vt:lpstr>
      <vt:lpstr>Calibri</vt:lpstr>
      <vt:lpstr>Courier New</vt:lpstr>
      <vt:lpstr>Wingdings</vt:lpstr>
      <vt:lpstr>Wingdings 2</vt:lpstr>
      <vt:lpstr>5_DividendVTI</vt:lpstr>
      <vt:lpstr>3_DividendVTI</vt:lpstr>
      <vt:lpstr>2_DividendVTI</vt:lpstr>
      <vt:lpstr>DividendVTI</vt:lpstr>
      <vt:lpstr>1_DividendVTI</vt:lpstr>
      <vt:lpstr>6_DividendVTI</vt:lpstr>
      <vt:lpstr>Office Theme</vt:lpstr>
      <vt:lpstr>7_DividendVTI</vt:lpstr>
      <vt:lpstr>8_DividendVTI</vt:lpstr>
      <vt:lpstr>WEEK 12 Integrating data into dashboards   lecture</vt:lpstr>
      <vt:lpstr>12.1  ARCGIS DASHBOARD</vt:lpstr>
      <vt:lpstr>Arcgis dashboard gallery</vt:lpstr>
      <vt:lpstr>12.2  data</vt:lpstr>
      <vt:lpstr>PRACTICE – GET THE DATA FROM THE CITY OF DALLAS OPEN DATA API</vt:lpstr>
      <vt:lpstr>Arcgis dashboard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Geographic Field Techniques</dc:title>
  <dc:creator>Yaqian He</dc:creator>
  <cp:lastModifiedBy>Yanan Wu</cp:lastModifiedBy>
  <cp:revision>200</cp:revision>
  <dcterms:created xsi:type="dcterms:W3CDTF">2020-07-26T21:20:11Z</dcterms:created>
  <dcterms:modified xsi:type="dcterms:W3CDTF">2025-11-04T16:43:32Z</dcterms:modified>
</cp:coreProperties>
</file>