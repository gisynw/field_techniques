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9" r:id="rId5"/>
    <p:sldMasterId id="2147483722" r:id="rId6"/>
    <p:sldMasterId id="2147483734" r:id="rId7"/>
  </p:sldMasterIdLst>
  <p:notesMasterIdLst>
    <p:notesMasterId r:id="rId14"/>
  </p:notesMasterIdLst>
  <p:sldIdLst>
    <p:sldId id="914" r:id="rId8"/>
    <p:sldId id="1647" r:id="rId9"/>
    <p:sldId id="1648" r:id="rId10"/>
    <p:sldId id="1649" r:id="rId11"/>
    <p:sldId id="1650" r:id="rId12"/>
    <p:sldId id="165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D7BB3-82EF-4F72-89D3-BF5798D9E9AF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AA43C-FBAB-4A75-8279-7A00E3AEEC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71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65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33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31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54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34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056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99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43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30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346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650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AF446-C7A3-4A2D-B01C-4080BC0DDC51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08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5B41-BFC4-4275-B283-99B49DA65AE7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30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5041-7C46-4557-A8EF-D9C07452E04F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34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F29B-8031-46B1-B8C6-0E15991220BD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57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BC96-89B3-4A8F-8C3A-8FECB7F0AF50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37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BEE-F3E4-4F76-B56D-1C48BBD7AEA9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90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79E3-AE5C-4717-978E-15FC3620ACEF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16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07B82B69-02FF-4A00-BF94-063310C8EF70}" type="datetime1">
              <a:rPr lang="en-US" smtClean="0"/>
              <a:t>9/23/2025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95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3C19-50BF-43F6-AD63-C05469BE5035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98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5F4A-7979-4619-A182-7748F9FBAA45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28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0E10-3CDB-43FE-B1B5-7D3654751138}" type="datetime1">
              <a:rPr lang="en-US" smtClean="0"/>
              <a:t>9/23/2025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798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40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67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8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7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30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21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448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1E09BAED-B7FC-4220-8037-60663F890984}" type="datetime1">
              <a:rPr lang="en-US" smtClean="0"/>
              <a:t>9/23/2025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071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90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662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9/23/2025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718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120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493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451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6970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625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335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695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307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226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351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5913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2911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553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336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5461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0028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9427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747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124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240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576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1096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6890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08049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7409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098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662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3856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3263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6278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859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4161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1628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1063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785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844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8040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39045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0467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3141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19675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0393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5835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98231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502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3451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1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64CF15-8E02-4BE3-8BED-2B7E53A4CE09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68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1ED8BDC-014F-440E-B651-A3D5A758B980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46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13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4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64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13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90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AAAB002-E48E-4009-828A-511F7A828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92" b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7EF55D5-23F0-4398-B16B-AEF5778C3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7" y="423123"/>
            <a:ext cx="4216219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F32581-CAA1-43C6-8532-DC56C8435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7" y="601200"/>
            <a:ext cx="4214869" cy="5757055"/>
          </a:xfrm>
          <a:prstGeom prst="rect">
            <a:avLst/>
          </a:prstGeom>
          <a:solidFill>
            <a:srgbClr val="465359">
              <a:alpha val="97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540" y="1131195"/>
            <a:ext cx="3730810" cy="12479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WEEK 05 </a:t>
            </a:r>
            <a:b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zh-CN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attribute and </a:t>
            </a:r>
            <a:br>
              <a:rPr lang="en-US" altLang="zh-CN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zh-CN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geodatabase</a:t>
            </a:r>
            <a:b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531" y="2438399"/>
            <a:ext cx="3730810" cy="3505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Instructor: Yanan Wu</a:t>
            </a:r>
          </a:p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 </a:t>
            </a:r>
          </a:p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fALL 2025</a:t>
            </a:r>
          </a:p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endParaRPr lang="en-US">
              <a:solidFill>
                <a:srgbClr val="FFFFFF"/>
              </a:solidFill>
            </a:endParaRPr>
          </a:p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7574507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sz="60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5.1 </a:t>
            </a:r>
            <a:br>
              <a:rPr lang="en-US" sz="60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Attribute table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B3F76-666B-AEB2-D381-65728CEAE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047" y="1703199"/>
            <a:ext cx="3853649" cy="2313432"/>
          </a:xfrm>
        </p:spPr>
        <p:txBody>
          <a:bodyPr>
            <a:normAutofit/>
          </a:bodyPr>
          <a:lstStyle/>
          <a:p>
            <a:r>
              <a:rPr lang="en-US" altLang="zh-CN" b="1" dirty="0"/>
              <a:t>Question 1. How many layers are included on this map excepting the background layers of World Topographic Map and World </a:t>
            </a:r>
            <a:r>
              <a:rPr lang="en-US" altLang="zh-CN" b="1" dirty="0" err="1"/>
              <a:t>Hillshade</a:t>
            </a:r>
            <a:r>
              <a:rPr lang="en-US" altLang="zh-CN" b="1" dirty="0"/>
              <a:t>? (5 Points) </a:t>
            </a:r>
            <a:endParaRPr lang="zh-CN" altLang="zh-CN" b="1" dirty="0"/>
          </a:p>
          <a:p>
            <a:r>
              <a:rPr lang="en-US" altLang="zh-CN" b="1" dirty="0"/>
              <a:t>Answer 1:</a:t>
            </a:r>
            <a:r>
              <a:rPr lang="en-US" altLang="zh-CN" dirty="0"/>
              <a:t> 8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42F9EE-3757-1D85-8DC0-EB62ACCF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938" y="793701"/>
            <a:ext cx="5752015" cy="579792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596FA6F-5733-0F95-E736-160AF2C4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77" y="618034"/>
            <a:ext cx="11029616" cy="477420"/>
          </a:xfrm>
        </p:spPr>
        <p:txBody>
          <a:bodyPr/>
          <a:lstStyle/>
          <a:p>
            <a:r>
              <a:rPr lang="en-US" altLang="zh-CN" dirty="0"/>
              <a:t>Lab 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855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DCCB6B-F07B-F515-AA93-E0A37DDB9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3926" y="2592195"/>
            <a:ext cx="2742857" cy="320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E9A62-9501-012A-15DF-436B5BC76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9" y="4820766"/>
            <a:ext cx="11209524" cy="19619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317960-B7E9-5629-43A0-C05B094CFA00}"/>
              </a:ext>
            </a:extLst>
          </p:cNvPr>
          <p:cNvSpPr txBox="1"/>
          <p:nvPr/>
        </p:nvSpPr>
        <p:spPr>
          <a:xfrm>
            <a:off x="482706" y="2364446"/>
            <a:ext cx="7234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Question 8. What county had the smallest population in 1990? </a:t>
            </a:r>
            <a:endParaRPr lang="zh-CN" altLang="zh-CN" b="1" dirty="0"/>
          </a:p>
          <a:p>
            <a:r>
              <a:rPr lang="en-US" altLang="zh-CN" b="1" dirty="0"/>
              <a:t>(Hint: use the “POP1990” field)? (5 Points) </a:t>
            </a:r>
            <a:endParaRPr lang="zh-CN" altLang="zh-CN" b="1" dirty="0"/>
          </a:p>
          <a:p>
            <a:r>
              <a:rPr lang="en-US" altLang="zh-CN" b="1" dirty="0"/>
              <a:t>Answer Q8: Calhoun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07A0E33-3860-7BD7-D0D8-7E590FABC689}"/>
              </a:ext>
            </a:extLst>
          </p:cNvPr>
          <p:cNvSpPr txBox="1">
            <a:spLocks/>
          </p:cNvSpPr>
          <p:nvPr/>
        </p:nvSpPr>
        <p:spPr>
          <a:xfrm>
            <a:off x="681777" y="618034"/>
            <a:ext cx="11029616" cy="4774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114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2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Lab 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31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8058E-132A-6449-FEFB-49AE8776A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489" y="1408177"/>
            <a:ext cx="10775655" cy="3634487"/>
          </a:xfrm>
        </p:spPr>
        <p:txBody>
          <a:bodyPr/>
          <a:lstStyle/>
          <a:p>
            <a:r>
              <a:rPr lang="en-US" altLang="zh-CN" b="1" dirty="0"/>
              <a:t>Question 9. Which county experienced the greatest population increase between these years? (Hint, you can sort the field by right-clicking on the field name (i.e., change) and select Sort Descending or Ascending) (10 Points)</a:t>
            </a:r>
          </a:p>
          <a:p>
            <a:endParaRPr lang="zh-CN" altLang="zh-CN" b="1" dirty="0"/>
          </a:p>
          <a:p>
            <a:r>
              <a:rPr lang="en-US" altLang="zh-CN" b="1" dirty="0"/>
              <a:t>Answer 09: Benton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2220C7-8CA2-48F3-1D8C-6E88C4597549}"/>
              </a:ext>
            </a:extLst>
          </p:cNvPr>
          <p:cNvSpPr txBox="1">
            <a:spLocks/>
          </p:cNvSpPr>
          <p:nvPr/>
        </p:nvSpPr>
        <p:spPr>
          <a:xfrm>
            <a:off x="663489" y="735378"/>
            <a:ext cx="11029616" cy="4774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114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2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Lab 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4291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B567-44C9-C2F2-995E-3ADCB3D8D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72769"/>
            <a:ext cx="11029615" cy="740663"/>
          </a:xfrm>
        </p:spPr>
        <p:txBody>
          <a:bodyPr/>
          <a:lstStyle/>
          <a:p>
            <a:r>
              <a:rPr lang="en-US" altLang="zh-CN" b="1" dirty="0"/>
              <a:t>Deliverable 1: Please paste the URL of your survey123. Make sure to share everyone, so that I can see it (20 points)</a:t>
            </a:r>
            <a:endParaRPr lang="zh-CN" altLang="zh-CN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492397-C4EF-0B0F-FC87-6BF5C38EB8CE}"/>
              </a:ext>
            </a:extLst>
          </p:cNvPr>
          <p:cNvSpPr txBox="1">
            <a:spLocks/>
          </p:cNvSpPr>
          <p:nvPr/>
        </p:nvSpPr>
        <p:spPr>
          <a:xfrm>
            <a:off x="663489" y="735378"/>
            <a:ext cx="11029616" cy="4774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114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2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/>
              <a:t>Lab 02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44DCC-3796-A877-CE8C-465A587B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181" y="2313432"/>
            <a:ext cx="8479857" cy="394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49996"/>
      </p:ext>
    </p:extLst>
  </p:cSld>
  <p:clrMapOvr>
    <a:masterClrMapping/>
  </p:clrMapOvr>
</p:sld>
</file>

<file path=ppt/theme/theme1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4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Week05_GEOG2475_TU</Template>
  <TotalTime>126</TotalTime>
  <Words>168</Words>
  <Application>Microsoft Office PowerPoint</Application>
  <PresentationFormat>Widescreen</PresentationFormat>
  <Paragraphs>19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等线</vt:lpstr>
      <vt:lpstr>Arial Black</vt:lpstr>
      <vt:lpstr>Calibri</vt:lpstr>
      <vt:lpstr>Wingdings 2</vt:lpstr>
      <vt:lpstr>3_DividendVTI</vt:lpstr>
      <vt:lpstr>2_DividendVTI</vt:lpstr>
      <vt:lpstr>DividendVTI</vt:lpstr>
      <vt:lpstr>1_DividendVTI</vt:lpstr>
      <vt:lpstr>4_DividendVTI</vt:lpstr>
      <vt:lpstr>5_DividendVTI</vt:lpstr>
      <vt:lpstr>6_DividendVTI</vt:lpstr>
      <vt:lpstr>WEEK 05  attribute and  geodatabase  lecture</vt:lpstr>
      <vt:lpstr>5.1  Attribute table</vt:lpstr>
      <vt:lpstr>Lab 01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Yanan Wu</dc:creator>
  <cp:lastModifiedBy>Yanan Wu</cp:lastModifiedBy>
  <cp:revision>9</cp:revision>
  <dcterms:created xsi:type="dcterms:W3CDTF">2025-09-17T14:00:24Z</dcterms:created>
  <dcterms:modified xsi:type="dcterms:W3CDTF">2025-09-23T15:42:37Z</dcterms:modified>
</cp:coreProperties>
</file>