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45"/>
  </p:notesMasterIdLst>
  <p:sldIdLst>
    <p:sldId id="602" r:id="rId2"/>
    <p:sldId id="564" r:id="rId3"/>
    <p:sldId id="569" r:id="rId4"/>
    <p:sldId id="656" r:id="rId5"/>
    <p:sldId id="315" r:id="rId6"/>
    <p:sldId id="659" r:id="rId7"/>
    <p:sldId id="624" r:id="rId8"/>
    <p:sldId id="622" r:id="rId9"/>
    <p:sldId id="648" r:id="rId10"/>
    <p:sldId id="650" r:id="rId11"/>
    <p:sldId id="675" r:id="rId12"/>
    <p:sldId id="677" r:id="rId13"/>
    <p:sldId id="574" r:id="rId14"/>
    <p:sldId id="578" r:id="rId15"/>
    <p:sldId id="673" r:id="rId16"/>
    <p:sldId id="654" r:id="rId17"/>
    <p:sldId id="575" r:id="rId18"/>
    <p:sldId id="603" r:id="rId19"/>
    <p:sldId id="662" r:id="rId20"/>
    <p:sldId id="579" r:id="rId21"/>
    <p:sldId id="663" r:id="rId22"/>
    <p:sldId id="580" r:id="rId23"/>
    <p:sldId id="599" r:id="rId24"/>
    <p:sldId id="665" r:id="rId25"/>
    <p:sldId id="666" r:id="rId26"/>
    <p:sldId id="667" r:id="rId27"/>
    <p:sldId id="584" r:id="rId28"/>
    <p:sldId id="583" r:id="rId29"/>
    <p:sldId id="601" r:id="rId30"/>
    <p:sldId id="582" r:id="rId31"/>
    <p:sldId id="678" r:id="rId32"/>
    <p:sldId id="679" r:id="rId33"/>
    <p:sldId id="626" r:id="rId34"/>
    <p:sldId id="608" r:id="rId35"/>
    <p:sldId id="640" r:id="rId36"/>
    <p:sldId id="641" r:id="rId37"/>
    <p:sldId id="642" r:id="rId38"/>
    <p:sldId id="597" r:id="rId39"/>
    <p:sldId id="669" r:id="rId40"/>
    <p:sldId id="671" r:id="rId41"/>
    <p:sldId id="658" r:id="rId42"/>
    <p:sldId id="681" r:id="rId43"/>
    <p:sldId id="270" r:id="rId44"/>
  </p:sldIdLst>
  <p:sldSz cx="8229600" cy="5143500"/>
  <p:notesSz cx="7010400" cy="92964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592"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D03447BB-5D67-496B-8E87-E561075AD55C}" styleName="Dark Style 1 - Accent 3">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3"/>
          </a:solidFill>
        </a:fill>
      </a:tcStyle>
    </a:wholeTbl>
    <a:band1H>
      <a:tcStyle>
        <a:tcBdr/>
        <a:fill>
          <a:solidFill>
            <a:schemeClr val="accent3">
              <a:shade val="60000"/>
            </a:schemeClr>
          </a:solidFill>
        </a:fill>
      </a:tcStyle>
    </a:band1H>
    <a:band1V>
      <a:tcStyle>
        <a:tcBdr/>
        <a:fill>
          <a:solidFill>
            <a:schemeClr val="accent3">
              <a:shade val="60000"/>
            </a:schemeClr>
          </a:solidFill>
        </a:fill>
      </a:tcStyle>
    </a:band1V>
    <a:lastCol>
      <a:tcTxStyle b="on"/>
      <a:tcStyle>
        <a:tcBdr>
          <a:left>
            <a:ln w="25400" cmpd="sng">
              <a:solidFill>
                <a:schemeClr val="lt1"/>
              </a:solidFill>
            </a:ln>
          </a:left>
        </a:tcBdr>
        <a:fill>
          <a:solidFill>
            <a:schemeClr val="accent3">
              <a:shade val="60000"/>
            </a:schemeClr>
          </a:solidFill>
        </a:fill>
      </a:tcStyle>
    </a:lastCol>
    <a:firstCol>
      <a:tcTxStyle b="on"/>
      <a:tcStyle>
        <a:tcBdr>
          <a:right>
            <a:ln w="25400" cmpd="sng">
              <a:solidFill>
                <a:schemeClr val="lt1"/>
              </a:solidFill>
            </a:ln>
          </a:right>
        </a:tcBdr>
        <a:fill>
          <a:solidFill>
            <a:schemeClr val="accent3">
              <a:shade val="60000"/>
            </a:schemeClr>
          </a:solidFill>
        </a:fill>
      </a:tcStyle>
    </a:firstCol>
    <a:lastRow>
      <a:tcTxStyle b="on"/>
      <a:tcStyle>
        <a:tcBdr>
          <a:top>
            <a:ln w="25400" cmpd="sng">
              <a:solidFill>
                <a:schemeClr val="lt1"/>
              </a:solidFill>
            </a:ln>
          </a:top>
        </a:tcBdr>
        <a:fill>
          <a:solidFill>
            <a:schemeClr val="accent3">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82101" autoAdjust="0"/>
  </p:normalViewPr>
  <p:slideViewPr>
    <p:cSldViewPr snapToGrid="0" snapToObjects="1">
      <p:cViewPr varScale="1">
        <p:scale>
          <a:sx n="146" d="100"/>
          <a:sy n="146" d="100"/>
        </p:scale>
        <p:origin x="1050" y="114"/>
      </p:cViewPr>
      <p:guideLst>
        <p:guide orient="horz" pos="1620"/>
        <p:guide pos="2592"/>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4820"/>
          </a:xfrm>
          <a:prstGeom prst="rect">
            <a:avLst/>
          </a:prstGeom>
        </p:spPr>
        <p:txBody>
          <a:bodyPr vert="horz" lIns="93177" tIns="46589" rIns="93177" bIns="46589" rtlCol="0"/>
          <a:lstStyle>
            <a:lvl1pPr algn="l">
              <a:defRPr sz="1200"/>
            </a:lvl1pPr>
          </a:lstStyle>
          <a:p>
            <a:endParaRPr lang="en-US"/>
          </a:p>
        </p:txBody>
      </p:sp>
      <p:sp>
        <p:nvSpPr>
          <p:cNvPr id="3" name="Date Placeholder 2"/>
          <p:cNvSpPr>
            <a:spLocks noGrp="1"/>
          </p:cNvSpPr>
          <p:nvPr>
            <p:ph type="dt" idx="1"/>
          </p:nvPr>
        </p:nvSpPr>
        <p:spPr>
          <a:xfrm>
            <a:off x="3970938" y="0"/>
            <a:ext cx="3037840" cy="464820"/>
          </a:xfrm>
          <a:prstGeom prst="rect">
            <a:avLst/>
          </a:prstGeom>
        </p:spPr>
        <p:txBody>
          <a:bodyPr vert="horz" lIns="93177" tIns="46589" rIns="93177" bIns="46589" rtlCol="0"/>
          <a:lstStyle>
            <a:lvl1pPr algn="r">
              <a:defRPr sz="1200"/>
            </a:lvl1pPr>
          </a:lstStyle>
          <a:p>
            <a:fld id="{66C520B4-85AA-9542-8CF7-3D2DDCE6041D}" type="datetimeFigureOut">
              <a:rPr lang="en-US" smtClean="0"/>
              <a:pPr/>
              <a:t>8/24/2026</a:t>
            </a:fld>
            <a:endParaRPr lang="en-US"/>
          </a:p>
        </p:txBody>
      </p:sp>
      <p:sp>
        <p:nvSpPr>
          <p:cNvPr id="4" name="Slide Image Placeholder 3"/>
          <p:cNvSpPr>
            <a:spLocks noGrp="1" noRot="1" noChangeAspect="1"/>
          </p:cNvSpPr>
          <p:nvPr>
            <p:ph type="sldImg" idx="2"/>
          </p:nvPr>
        </p:nvSpPr>
        <p:spPr>
          <a:xfrm>
            <a:off x="715963" y="696913"/>
            <a:ext cx="5578475" cy="3486150"/>
          </a:xfrm>
          <a:prstGeom prst="rect">
            <a:avLst/>
          </a:prstGeom>
          <a:noFill/>
          <a:ln w="12700">
            <a:solidFill>
              <a:prstClr val="black"/>
            </a:solidFill>
          </a:ln>
        </p:spPr>
        <p:txBody>
          <a:bodyPr vert="horz" lIns="93177" tIns="46589" rIns="93177" bIns="46589" rtlCol="0" anchor="ctr"/>
          <a:lstStyle/>
          <a:p>
            <a:endParaRPr lang="en-US"/>
          </a:p>
        </p:txBody>
      </p:sp>
      <p:sp>
        <p:nvSpPr>
          <p:cNvPr id="5" name="Notes Placeholder 4"/>
          <p:cNvSpPr>
            <a:spLocks noGrp="1"/>
          </p:cNvSpPr>
          <p:nvPr>
            <p:ph type="body" sz="quarter" idx="3"/>
          </p:nvPr>
        </p:nvSpPr>
        <p:spPr>
          <a:xfrm>
            <a:off x="701040" y="4415790"/>
            <a:ext cx="5608320" cy="4183380"/>
          </a:xfrm>
          <a:prstGeom prst="rect">
            <a:avLst/>
          </a:prstGeom>
        </p:spPr>
        <p:txBody>
          <a:bodyPr vert="horz" lIns="93177" tIns="46589" rIns="93177" bIns="46589"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967"/>
            <a:ext cx="3037840" cy="464820"/>
          </a:xfrm>
          <a:prstGeom prst="rect">
            <a:avLst/>
          </a:prstGeom>
        </p:spPr>
        <p:txBody>
          <a:bodyPr vert="horz" lIns="93177" tIns="46589" rIns="93177" bIns="46589"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829967"/>
            <a:ext cx="3037840" cy="464820"/>
          </a:xfrm>
          <a:prstGeom prst="rect">
            <a:avLst/>
          </a:prstGeom>
        </p:spPr>
        <p:txBody>
          <a:bodyPr vert="horz" lIns="93177" tIns="46589" rIns="93177" bIns="46589" rtlCol="0" anchor="b"/>
          <a:lstStyle>
            <a:lvl1pPr algn="r">
              <a:defRPr sz="1200"/>
            </a:lvl1pPr>
          </a:lstStyle>
          <a:p>
            <a:fld id="{56507943-197E-CE46-82F0-5A323A24AE7A}" type="slidenum">
              <a:rPr lang="en-US" smtClean="0"/>
              <a:pPr/>
              <a:t>‹#›</a:t>
            </a:fld>
            <a:endParaRPr lang="en-US"/>
          </a:p>
        </p:txBody>
      </p:sp>
    </p:spTree>
    <p:extLst>
      <p:ext uri="{BB962C8B-B14F-4D97-AF65-F5344CB8AC3E}">
        <p14:creationId xmlns:p14="http://schemas.microsoft.com/office/powerpoint/2010/main" val="134873609"/>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15963" y="696913"/>
            <a:ext cx="5578475" cy="3486150"/>
          </a:xfrm>
        </p:spPr>
      </p:sp>
      <p:sp>
        <p:nvSpPr>
          <p:cNvPr id="3" name="Notes Placeholder 2"/>
          <p:cNvSpPr>
            <a:spLocks noGrp="1"/>
          </p:cNvSpPr>
          <p:nvPr>
            <p:ph type="body" idx="1"/>
          </p:nvPr>
        </p:nvSpPr>
        <p:spPr/>
        <p:txBody>
          <a:bodyPr/>
          <a:lstStyle/>
          <a:p>
            <a:pPr defTabSz="465887">
              <a:defRPr/>
            </a:pPr>
            <a:endParaRPr lang="en-US" dirty="0"/>
          </a:p>
        </p:txBody>
      </p:sp>
      <p:sp>
        <p:nvSpPr>
          <p:cNvPr id="4" name="Slide Number Placeholder 3"/>
          <p:cNvSpPr>
            <a:spLocks noGrp="1"/>
          </p:cNvSpPr>
          <p:nvPr>
            <p:ph type="sldNum" sz="quarter" idx="10"/>
          </p:nvPr>
        </p:nvSpPr>
        <p:spPr/>
        <p:txBody>
          <a:bodyPr/>
          <a:lstStyle/>
          <a:p>
            <a:fld id="{56507943-197E-CE46-82F0-5A323A24AE7A}" type="slidenum">
              <a:rPr lang="en-US" smtClean="0"/>
              <a:pPr/>
              <a:t>1</a:t>
            </a:fld>
            <a:endParaRPr lang="en-US"/>
          </a:p>
        </p:txBody>
      </p:sp>
    </p:spTree>
    <p:extLst>
      <p:ext uri="{BB962C8B-B14F-4D97-AF65-F5344CB8AC3E}">
        <p14:creationId xmlns:p14="http://schemas.microsoft.com/office/powerpoint/2010/main" val="19735089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a:extLst>
              <a:ext uri="{FF2B5EF4-FFF2-40B4-BE49-F238E27FC236}">
                <a16:creationId xmlns:a16="http://schemas.microsoft.com/office/drawing/2014/main" id="{C7E09E1C-40D2-46F9-9F20-07EA588B3A3A}"/>
              </a:ext>
            </a:extLst>
          </p:cNvPr>
          <p:cNvSpPr>
            <a:spLocks noGrp="1" noChangeArrowheads="1"/>
          </p:cNvSpPr>
          <p:nvPr>
            <p:ph type="sldNum" sz="quarter" idx="5"/>
          </p:nvPr>
        </p:nvSpPr>
        <p:spPr>
          <a:ln/>
        </p:spPr>
        <p:txBody>
          <a:bodyPr/>
          <a:lstStyle/>
          <a:p>
            <a:fld id="{0CE062E2-CA43-4035-9E13-AD9908C25B62}" type="slidenum">
              <a:rPr lang="en-US" altLang="en-US"/>
              <a:pPr/>
              <a:t>2</a:t>
            </a:fld>
            <a:endParaRPr lang="en-US" altLang="en-US"/>
          </a:p>
        </p:txBody>
      </p:sp>
      <p:sp>
        <p:nvSpPr>
          <p:cNvPr id="124930" name="Rectangle 2">
            <a:extLst>
              <a:ext uri="{FF2B5EF4-FFF2-40B4-BE49-F238E27FC236}">
                <a16:creationId xmlns:a16="http://schemas.microsoft.com/office/drawing/2014/main" id="{DFA605D2-F657-4B1A-895E-09BF5F2A3B65}"/>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4302226F-D9D5-4ED4-8280-5A95D5D61DC0}"/>
              </a:ext>
            </a:extLst>
          </p:cNvPr>
          <p:cNvSpPr>
            <a:spLocks noGrp="1" noChangeArrowheads="1"/>
          </p:cNvSpPr>
          <p:nvPr>
            <p:ph type="body" idx="1"/>
          </p:nvPr>
        </p:nvSpPr>
        <p:spPr/>
        <p:txBody>
          <a:bodyPr/>
          <a:lstStyle/>
          <a:p>
            <a:endParaRPr lang="en-US" altLang="en-US" dirty="0"/>
          </a:p>
        </p:txBody>
      </p:sp>
    </p:spTree>
    <p:extLst>
      <p:ext uri="{BB962C8B-B14F-4D97-AF65-F5344CB8AC3E}">
        <p14:creationId xmlns:p14="http://schemas.microsoft.com/office/powerpoint/2010/main" val="373382555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a:extLst>
              <a:ext uri="{FF2B5EF4-FFF2-40B4-BE49-F238E27FC236}">
                <a16:creationId xmlns:a16="http://schemas.microsoft.com/office/drawing/2014/main" id="{C7E09E1C-40D2-46F9-9F20-07EA588B3A3A}"/>
              </a:ext>
            </a:extLst>
          </p:cNvPr>
          <p:cNvSpPr>
            <a:spLocks noGrp="1" noChangeArrowheads="1"/>
          </p:cNvSpPr>
          <p:nvPr>
            <p:ph type="sldNum" sz="quarter" idx="5"/>
          </p:nvPr>
        </p:nvSpPr>
        <p:spPr>
          <a:ln/>
        </p:spPr>
        <p:txBody>
          <a:bodyPr/>
          <a:lstStyle/>
          <a:p>
            <a:fld id="{0CE062E2-CA43-4035-9E13-AD9908C25B62}" type="slidenum">
              <a:rPr lang="en-US" altLang="en-US"/>
              <a:pPr/>
              <a:t>3</a:t>
            </a:fld>
            <a:endParaRPr lang="en-US" altLang="en-US"/>
          </a:p>
        </p:txBody>
      </p:sp>
      <p:sp>
        <p:nvSpPr>
          <p:cNvPr id="124930" name="Rectangle 2">
            <a:extLst>
              <a:ext uri="{FF2B5EF4-FFF2-40B4-BE49-F238E27FC236}">
                <a16:creationId xmlns:a16="http://schemas.microsoft.com/office/drawing/2014/main" id="{DFA605D2-F657-4B1A-895E-09BF5F2A3B65}"/>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4302226F-D9D5-4ED4-8280-5A95D5D61DC0}"/>
              </a:ext>
            </a:extLst>
          </p:cNvPr>
          <p:cNvSpPr>
            <a:spLocks noGrp="1" noChangeArrowheads="1"/>
          </p:cNvSpPr>
          <p:nvPr>
            <p:ph type="body" idx="1"/>
          </p:nvPr>
        </p:nvSpPr>
        <p:spPr/>
        <p:txBody>
          <a:bodyPr/>
          <a:lstStyle/>
          <a:p>
            <a:endParaRPr lang="en-US" altLang="en-US" dirty="0"/>
          </a:p>
        </p:txBody>
      </p:sp>
    </p:spTree>
    <p:extLst>
      <p:ext uri="{BB962C8B-B14F-4D97-AF65-F5344CB8AC3E}">
        <p14:creationId xmlns:p14="http://schemas.microsoft.com/office/powerpoint/2010/main" val="122334886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a:extLst>
              <a:ext uri="{FF2B5EF4-FFF2-40B4-BE49-F238E27FC236}">
                <a16:creationId xmlns:a16="http://schemas.microsoft.com/office/drawing/2014/main" id="{C7E09E1C-40D2-46F9-9F20-07EA588B3A3A}"/>
              </a:ext>
            </a:extLst>
          </p:cNvPr>
          <p:cNvSpPr>
            <a:spLocks noGrp="1" noChangeArrowheads="1"/>
          </p:cNvSpPr>
          <p:nvPr>
            <p:ph type="sldNum" sz="quarter" idx="5"/>
          </p:nvPr>
        </p:nvSpPr>
        <p:spPr>
          <a:ln/>
        </p:spPr>
        <p:txBody>
          <a:bodyPr/>
          <a:lstStyle/>
          <a:p>
            <a:fld id="{0CE062E2-CA43-4035-9E13-AD9908C25B62}" type="slidenum">
              <a:rPr lang="en-US" altLang="en-US"/>
              <a:pPr/>
              <a:t>7</a:t>
            </a:fld>
            <a:endParaRPr lang="en-US" altLang="en-US"/>
          </a:p>
        </p:txBody>
      </p:sp>
      <p:sp>
        <p:nvSpPr>
          <p:cNvPr id="124930" name="Rectangle 2">
            <a:extLst>
              <a:ext uri="{FF2B5EF4-FFF2-40B4-BE49-F238E27FC236}">
                <a16:creationId xmlns:a16="http://schemas.microsoft.com/office/drawing/2014/main" id="{DFA605D2-F657-4B1A-895E-09BF5F2A3B65}"/>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4302226F-D9D5-4ED4-8280-5A95D5D61DC0}"/>
              </a:ext>
            </a:extLst>
          </p:cNvPr>
          <p:cNvSpPr>
            <a:spLocks noGrp="1" noChangeArrowheads="1"/>
          </p:cNvSpPr>
          <p:nvPr>
            <p:ph type="body" idx="1"/>
          </p:nvPr>
        </p:nvSpPr>
        <p:spPr/>
        <p:txBody>
          <a:bodyPr/>
          <a:lstStyle/>
          <a:p>
            <a:r>
              <a:rPr lang="en-US" altLang="en-US" dirty="0"/>
              <a:t>Southwestern Energy Research Fellow</a:t>
            </a:r>
          </a:p>
        </p:txBody>
      </p:sp>
    </p:spTree>
    <p:extLst>
      <p:ext uri="{BB962C8B-B14F-4D97-AF65-F5344CB8AC3E}">
        <p14:creationId xmlns:p14="http://schemas.microsoft.com/office/powerpoint/2010/main" val="78626393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a:extLst>
              <a:ext uri="{FF2B5EF4-FFF2-40B4-BE49-F238E27FC236}">
                <a16:creationId xmlns:a16="http://schemas.microsoft.com/office/drawing/2014/main" id="{C7E09E1C-40D2-46F9-9F20-07EA588B3A3A}"/>
              </a:ext>
            </a:extLst>
          </p:cNvPr>
          <p:cNvSpPr>
            <a:spLocks noGrp="1" noChangeArrowheads="1"/>
          </p:cNvSpPr>
          <p:nvPr>
            <p:ph type="sldNum" sz="quarter" idx="5"/>
          </p:nvPr>
        </p:nvSpPr>
        <p:spPr>
          <a:ln/>
        </p:spPr>
        <p:txBody>
          <a:bodyPr/>
          <a:lstStyle/>
          <a:p>
            <a:fld id="{0CE062E2-CA43-4035-9E13-AD9908C25B62}" type="slidenum">
              <a:rPr lang="en-US" altLang="en-US"/>
              <a:pPr/>
              <a:t>8</a:t>
            </a:fld>
            <a:endParaRPr lang="en-US" altLang="en-US"/>
          </a:p>
        </p:txBody>
      </p:sp>
      <p:sp>
        <p:nvSpPr>
          <p:cNvPr id="124930" name="Rectangle 2">
            <a:extLst>
              <a:ext uri="{FF2B5EF4-FFF2-40B4-BE49-F238E27FC236}">
                <a16:creationId xmlns:a16="http://schemas.microsoft.com/office/drawing/2014/main" id="{DFA605D2-F657-4B1A-895E-09BF5F2A3B65}"/>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4302226F-D9D5-4ED4-8280-5A95D5D61DC0}"/>
              </a:ext>
            </a:extLst>
          </p:cNvPr>
          <p:cNvSpPr>
            <a:spLocks noGrp="1" noChangeArrowheads="1"/>
          </p:cNvSpPr>
          <p:nvPr>
            <p:ph type="body" idx="1"/>
          </p:nvPr>
        </p:nvSpPr>
        <p:spPr/>
        <p:txBody>
          <a:bodyPr/>
          <a:lstStyle/>
          <a:p>
            <a:endParaRPr lang="en-US" altLang="en-US" dirty="0"/>
          </a:p>
        </p:txBody>
      </p:sp>
    </p:spTree>
    <p:extLst>
      <p:ext uri="{BB962C8B-B14F-4D97-AF65-F5344CB8AC3E}">
        <p14:creationId xmlns:p14="http://schemas.microsoft.com/office/powerpoint/2010/main" val="180368185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a:extLst>
              <a:ext uri="{FF2B5EF4-FFF2-40B4-BE49-F238E27FC236}">
                <a16:creationId xmlns:a16="http://schemas.microsoft.com/office/drawing/2014/main" id="{C7E09E1C-40D2-46F9-9F20-07EA588B3A3A}"/>
              </a:ext>
            </a:extLst>
          </p:cNvPr>
          <p:cNvSpPr>
            <a:spLocks noGrp="1" noChangeArrowheads="1"/>
          </p:cNvSpPr>
          <p:nvPr>
            <p:ph type="sldNum" sz="quarter" idx="5"/>
          </p:nvPr>
        </p:nvSpPr>
        <p:spPr>
          <a:ln/>
        </p:spPr>
        <p:txBody>
          <a:bodyPr/>
          <a:lstStyle/>
          <a:p>
            <a:fld id="{0CE062E2-CA43-4035-9E13-AD9908C25B62}" type="slidenum">
              <a:rPr lang="en-US" altLang="en-US"/>
              <a:pPr/>
              <a:t>9</a:t>
            </a:fld>
            <a:endParaRPr lang="en-US" altLang="en-US"/>
          </a:p>
        </p:txBody>
      </p:sp>
      <p:sp>
        <p:nvSpPr>
          <p:cNvPr id="124930" name="Rectangle 2">
            <a:extLst>
              <a:ext uri="{FF2B5EF4-FFF2-40B4-BE49-F238E27FC236}">
                <a16:creationId xmlns:a16="http://schemas.microsoft.com/office/drawing/2014/main" id="{DFA605D2-F657-4B1A-895E-09BF5F2A3B65}"/>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4302226F-D9D5-4ED4-8280-5A95D5D61DC0}"/>
              </a:ext>
            </a:extLst>
          </p:cNvPr>
          <p:cNvSpPr>
            <a:spLocks noGrp="1" noChangeArrowheads="1"/>
          </p:cNvSpPr>
          <p:nvPr>
            <p:ph type="body" idx="1"/>
          </p:nvPr>
        </p:nvSpPr>
        <p:spPr/>
        <p:txBody>
          <a:bodyPr/>
          <a:lstStyle/>
          <a:p>
            <a:endParaRPr lang="en-US" altLang="en-US" dirty="0"/>
          </a:p>
        </p:txBody>
      </p:sp>
    </p:spTree>
    <p:extLst>
      <p:ext uri="{BB962C8B-B14F-4D97-AF65-F5344CB8AC3E}">
        <p14:creationId xmlns:p14="http://schemas.microsoft.com/office/powerpoint/2010/main" val="93920299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a:extLst>
              <a:ext uri="{FF2B5EF4-FFF2-40B4-BE49-F238E27FC236}">
                <a16:creationId xmlns:a16="http://schemas.microsoft.com/office/drawing/2014/main" id="{C7E09E1C-40D2-46F9-9F20-07EA588B3A3A}"/>
              </a:ext>
            </a:extLst>
          </p:cNvPr>
          <p:cNvSpPr>
            <a:spLocks noGrp="1" noChangeArrowheads="1"/>
          </p:cNvSpPr>
          <p:nvPr>
            <p:ph type="sldNum" sz="quarter" idx="5"/>
          </p:nvPr>
        </p:nvSpPr>
        <p:spPr>
          <a:ln/>
        </p:spPr>
        <p:txBody>
          <a:bodyPr/>
          <a:lstStyle/>
          <a:p>
            <a:fld id="{0CE062E2-CA43-4035-9E13-AD9908C25B62}" type="slidenum">
              <a:rPr lang="en-US" altLang="en-US"/>
              <a:pPr/>
              <a:t>10</a:t>
            </a:fld>
            <a:endParaRPr lang="en-US" altLang="en-US"/>
          </a:p>
        </p:txBody>
      </p:sp>
      <p:sp>
        <p:nvSpPr>
          <p:cNvPr id="124930" name="Rectangle 2">
            <a:extLst>
              <a:ext uri="{FF2B5EF4-FFF2-40B4-BE49-F238E27FC236}">
                <a16:creationId xmlns:a16="http://schemas.microsoft.com/office/drawing/2014/main" id="{DFA605D2-F657-4B1A-895E-09BF5F2A3B65}"/>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4302226F-D9D5-4ED4-8280-5A95D5D61DC0}"/>
              </a:ext>
            </a:extLst>
          </p:cNvPr>
          <p:cNvSpPr>
            <a:spLocks noGrp="1" noChangeArrowheads="1"/>
          </p:cNvSpPr>
          <p:nvPr>
            <p:ph type="body" idx="1"/>
          </p:nvPr>
        </p:nvSpPr>
        <p:spPr/>
        <p:txBody>
          <a:bodyPr/>
          <a:lstStyle/>
          <a:p>
            <a:endParaRPr lang="en-US" altLang="en-US" dirty="0"/>
          </a:p>
        </p:txBody>
      </p:sp>
    </p:spTree>
    <p:extLst>
      <p:ext uri="{BB962C8B-B14F-4D97-AF65-F5344CB8AC3E}">
        <p14:creationId xmlns:p14="http://schemas.microsoft.com/office/powerpoint/2010/main" val="265702457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007937-500B-F7ED-6D8F-2C927DAC0CD2}"/>
            </a:ext>
          </a:extLst>
        </p:cNvPr>
        <p:cNvGrpSpPr/>
        <p:nvPr/>
      </p:nvGrpSpPr>
      <p:grpSpPr>
        <a:xfrm>
          <a:off x="0" y="0"/>
          <a:ext cx="0" cy="0"/>
          <a:chOff x="0" y="0"/>
          <a:chExt cx="0" cy="0"/>
        </a:xfrm>
      </p:grpSpPr>
      <p:sp>
        <p:nvSpPr>
          <p:cNvPr id="7" name="Rectangle 5">
            <a:extLst>
              <a:ext uri="{FF2B5EF4-FFF2-40B4-BE49-F238E27FC236}">
                <a16:creationId xmlns:a16="http://schemas.microsoft.com/office/drawing/2014/main" id="{A27C47E5-0BA6-7B93-6A2E-A3F7C150EC43}"/>
              </a:ext>
            </a:extLst>
          </p:cNvPr>
          <p:cNvSpPr>
            <a:spLocks noGrp="1" noChangeArrowheads="1"/>
          </p:cNvSpPr>
          <p:nvPr>
            <p:ph type="sldNum" sz="quarter" idx="5"/>
          </p:nvPr>
        </p:nvSpPr>
        <p:spPr>
          <a:ln/>
        </p:spPr>
        <p:txBody>
          <a:bodyPr/>
          <a:lstStyle/>
          <a:p>
            <a:fld id="{0CE062E2-CA43-4035-9E13-AD9908C25B62}" type="slidenum">
              <a:rPr lang="en-US" altLang="en-US"/>
              <a:pPr/>
              <a:t>11</a:t>
            </a:fld>
            <a:endParaRPr lang="en-US" altLang="en-US"/>
          </a:p>
        </p:txBody>
      </p:sp>
      <p:sp>
        <p:nvSpPr>
          <p:cNvPr id="124930" name="Rectangle 2">
            <a:extLst>
              <a:ext uri="{FF2B5EF4-FFF2-40B4-BE49-F238E27FC236}">
                <a16:creationId xmlns:a16="http://schemas.microsoft.com/office/drawing/2014/main" id="{B6209871-C0A9-A11E-0F97-B89D9A112949}"/>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99F5C6A5-D40A-09E4-0D00-77D7ACD0AB58}"/>
              </a:ext>
            </a:extLst>
          </p:cNvPr>
          <p:cNvSpPr>
            <a:spLocks noGrp="1" noChangeArrowheads="1"/>
          </p:cNvSpPr>
          <p:nvPr>
            <p:ph type="body" idx="1"/>
          </p:nvPr>
        </p:nvSpPr>
        <p:spPr/>
        <p:txBody>
          <a:bodyPr/>
          <a:lstStyle/>
          <a:p>
            <a:endParaRPr lang="en-US" altLang="en-US" dirty="0"/>
          </a:p>
        </p:txBody>
      </p:sp>
    </p:spTree>
    <p:extLst>
      <p:ext uri="{BB962C8B-B14F-4D97-AF65-F5344CB8AC3E}">
        <p14:creationId xmlns:p14="http://schemas.microsoft.com/office/powerpoint/2010/main" val="143539105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25CEEE-01F1-DCA5-B8AA-B39970F9CC2E}"/>
            </a:ext>
          </a:extLst>
        </p:cNvPr>
        <p:cNvGrpSpPr/>
        <p:nvPr/>
      </p:nvGrpSpPr>
      <p:grpSpPr>
        <a:xfrm>
          <a:off x="0" y="0"/>
          <a:ext cx="0" cy="0"/>
          <a:chOff x="0" y="0"/>
          <a:chExt cx="0" cy="0"/>
        </a:xfrm>
      </p:grpSpPr>
      <p:sp>
        <p:nvSpPr>
          <p:cNvPr id="7" name="Rectangle 5">
            <a:extLst>
              <a:ext uri="{FF2B5EF4-FFF2-40B4-BE49-F238E27FC236}">
                <a16:creationId xmlns:a16="http://schemas.microsoft.com/office/drawing/2014/main" id="{9BD90283-350B-E710-75D8-02469C1F7A0C}"/>
              </a:ext>
            </a:extLst>
          </p:cNvPr>
          <p:cNvSpPr>
            <a:spLocks noGrp="1" noChangeArrowheads="1"/>
          </p:cNvSpPr>
          <p:nvPr>
            <p:ph type="sldNum" sz="quarter" idx="5"/>
          </p:nvPr>
        </p:nvSpPr>
        <p:spPr>
          <a:ln/>
        </p:spPr>
        <p:txBody>
          <a:bodyPr/>
          <a:lstStyle/>
          <a:p>
            <a:fld id="{0CE062E2-CA43-4035-9E13-AD9908C25B62}" type="slidenum">
              <a:rPr lang="en-US" altLang="en-US"/>
              <a:pPr/>
              <a:t>12</a:t>
            </a:fld>
            <a:endParaRPr lang="en-US" altLang="en-US"/>
          </a:p>
        </p:txBody>
      </p:sp>
      <p:sp>
        <p:nvSpPr>
          <p:cNvPr id="124930" name="Rectangle 2">
            <a:extLst>
              <a:ext uri="{FF2B5EF4-FFF2-40B4-BE49-F238E27FC236}">
                <a16:creationId xmlns:a16="http://schemas.microsoft.com/office/drawing/2014/main" id="{56D24718-8910-5216-3C60-F80B31462699}"/>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0990EF13-F19E-1770-5534-9B6BCB56D008}"/>
              </a:ext>
            </a:extLst>
          </p:cNvPr>
          <p:cNvSpPr>
            <a:spLocks noGrp="1" noChangeArrowheads="1"/>
          </p:cNvSpPr>
          <p:nvPr>
            <p:ph type="body" idx="1"/>
          </p:nvPr>
        </p:nvSpPr>
        <p:spPr/>
        <p:txBody>
          <a:bodyPr/>
          <a:lstStyle/>
          <a:p>
            <a:endParaRPr lang="en-US" altLang="en-US" dirty="0"/>
          </a:p>
        </p:txBody>
      </p:sp>
    </p:spTree>
    <p:extLst>
      <p:ext uri="{BB962C8B-B14F-4D97-AF65-F5344CB8AC3E}">
        <p14:creationId xmlns:p14="http://schemas.microsoft.com/office/powerpoint/2010/main" val="311178121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a:extLst>
              <a:ext uri="{FF2B5EF4-FFF2-40B4-BE49-F238E27FC236}">
                <a16:creationId xmlns:a16="http://schemas.microsoft.com/office/drawing/2014/main" id="{C7E09E1C-40D2-46F9-9F20-07EA588B3A3A}"/>
              </a:ext>
            </a:extLst>
          </p:cNvPr>
          <p:cNvSpPr>
            <a:spLocks noGrp="1" noChangeArrowheads="1"/>
          </p:cNvSpPr>
          <p:nvPr>
            <p:ph type="sldNum" sz="quarter" idx="5"/>
          </p:nvPr>
        </p:nvSpPr>
        <p:spPr>
          <a:ln/>
        </p:spPr>
        <p:txBody>
          <a:bodyPr/>
          <a:lstStyle/>
          <a:p>
            <a:fld id="{0CE062E2-CA43-4035-9E13-AD9908C25B62}" type="slidenum">
              <a:rPr lang="en-US" altLang="en-US"/>
              <a:pPr/>
              <a:t>13</a:t>
            </a:fld>
            <a:endParaRPr lang="en-US" altLang="en-US"/>
          </a:p>
        </p:txBody>
      </p:sp>
      <p:sp>
        <p:nvSpPr>
          <p:cNvPr id="124930" name="Rectangle 2">
            <a:extLst>
              <a:ext uri="{FF2B5EF4-FFF2-40B4-BE49-F238E27FC236}">
                <a16:creationId xmlns:a16="http://schemas.microsoft.com/office/drawing/2014/main" id="{DFA605D2-F657-4B1A-895E-09BF5F2A3B65}"/>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4302226F-D9D5-4ED4-8280-5A95D5D61DC0}"/>
              </a:ext>
            </a:extLst>
          </p:cNvPr>
          <p:cNvSpPr>
            <a:spLocks noGrp="1" noChangeArrowheads="1"/>
          </p:cNvSpPr>
          <p:nvPr>
            <p:ph type="body" idx="1"/>
          </p:nvPr>
        </p:nvSpPr>
        <p:spPr/>
        <p:txBody>
          <a:bodyPr/>
          <a:lstStyle/>
          <a:p>
            <a:endParaRPr lang="en-US" altLang="en-US" dirty="0"/>
          </a:p>
        </p:txBody>
      </p:sp>
    </p:spTree>
    <p:extLst>
      <p:ext uri="{BB962C8B-B14F-4D97-AF65-F5344CB8AC3E}">
        <p14:creationId xmlns:p14="http://schemas.microsoft.com/office/powerpoint/2010/main" val="23520868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a:extLst>
              <a:ext uri="{FF2B5EF4-FFF2-40B4-BE49-F238E27FC236}">
                <a16:creationId xmlns:a16="http://schemas.microsoft.com/office/drawing/2014/main" id="{C7E09E1C-40D2-46F9-9F20-07EA588B3A3A}"/>
              </a:ext>
            </a:extLst>
          </p:cNvPr>
          <p:cNvSpPr>
            <a:spLocks noGrp="1" noChangeArrowheads="1"/>
          </p:cNvSpPr>
          <p:nvPr>
            <p:ph type="sldNum" sz="quarter" idx="5"/>
          </p:nvPr>
        </p:nvSpPr>
        <p:spPr>
          <a:ln/>
        </p:spPr>
        <p:txBody>
          <a:bodyPr/>
          <a:lstStyle/>
          <a:p>
            <a:fld id="{0CE062E2-CA43-4035-9E13-AD9908C25B62}" type="slidenum">
              <a:rPr lang="en-US" altLang="en-US"/>
              <a:pPr/>
              <a:t>14</a:t>
            </a:fld>
            <a:endParaRPr lang="en-US" altLang="en-US"/>
          </a:p>
        </p:txBody>
      </p:sp>
      <p:sp>
        <p:nvSpPr>
          <p:cNvPr id="124930" name="Rectangle 2">
            <a:extLst>
              <a:ext uri="{FF2B5EF4-FFF2-40B4-BE49-F238E27FC236}">
                <a16:creationId xmlns:a16="http://schemas.microsoft.com/office/drawing/2014/main" id="{DFA605D2-F657-4B1A-895E-09BF5F2A3B65}"/>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4302226F-D9D5-4ED4-8280-5A95D5D61DC0}"/>
              </a:ext>
            </a:extLst>
          </p:cNvPr>
          <p:cNvSpPr>
            <a:spLocks noGrp="1" noChangeArrowheads="1"/>
          </p:cNvSpPr>
          <p:nvPr>
            <p:ph type="body" idx="1"/>
          </p:nvPr>
        </p:nvSpPr>
        <p:spPr/>
        <p:txBody>
          <a:bodyPr/>
          <a:lstStyle/>
          <a:p>
            <a:endParaRPr lang="en-US" altLang="en-US" dirty="0"/>
          </a:p>
        </p:txBody>
      </p:sp>
    </p:spTree>
    <p:extLst>
      <p:ext uri="{BB962C8B-B14F-4D97-AF65-F5344CB8AC3E}">
        <p14:creationId xmlns:p14="http://schemas.microsoft.com/office/powerpoint/2010/main" val="98010987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CC0FE3-1572-487D-D6CD-78C266D25EEB}"/>
            </a:ext>
          </a:extLst>
        </p:cNvPr>
        <p:cNvGrpSpPr/>
        <p:nvPr/>
      </p:nvGrpSpPr>
      <p:grpSpPr>
        <a:xfrm>
          <a:off x="0" y="0"/>
          <a:ext cx="0" cy="0"/>
          <a:chOff x="0" y="0"/>
          <a:chExt cx="0" cy="0"/>
        </a:xfrm>
      </p:grpSpPr>
      <p:sp>
        <p:nvSpPr>
          <p:cNvPr id="7" name="Rectangle 5">
            <a:extLst>
              <a:ext uri="{FF2B5EF4-FFF2-40B4-BE49-F238E27FC236}">
                <a16:creationId xmlns:a16="http://schemas.microsoft.com/office/drawing/2014/main" id="{BA23227B-A652-9A02-BD68-891564D9830D}"/>
              </a:ext>
            </a:extLst>
          </p:cNvPr>
          <p:cNvSpPr>
            <a:spLocks noGrp="1" noChangeArrowheads="1"/>
          </p:cNvSpPr>
          <p:nvPr>
            <p:ph type="sldNum" sz="quarter" idx="5"/>
          </p:nvPr>
        </p:nvSpPr>
        <p:spPr>
          <a:ln/>
        </p:spPr>
        <p:txBody>
          <a:bodyPr/>
          <a:lstStyle/>
          <a:p>
            <a:fld id="{0CE062E2-CA43-4035-9E13-AD9908C25B62}" type="slidenum">
              <a:rPr lang="en-US" altLang="en-US"/>
              <a:pPr/>
              <a:t>15</a:t>
            </a:fld>
            <a:endParaRPr lang="en-US" altLang="en-US"/>
          </a:p>
        </p:txBody>
      </p:sp>
      <p:sp>
        <p:nvSpPr>
          <p:cNvPr id="124930" name="Rectangle 2">
            <a:extLst>
              <a:ext uri="{FF2B5EF4-FFF2-40B4-BE49-F238E27FC236}">
                <a16:creationId xmlns:a16="http://schemas.microsoft.com/office/drawing/2014/main" id="{7188201C-D53A-4627-35AD-F69839874277}"/>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7D7D9CD7-3612-A985-8BF4-2F7BD759E85A}"/>
              </a:ext>
            </a:extLst>
          </p:cNvPr>
          <p:cNvSpPr>
            <a:spLocks noGrp="1" noChangeArrowheads="1"/>
          </p:cNvSpPr>
          <p:nvPr>
            <p:ph type="body" idx="1"/>
          </p:nvPr>
        </p:nvSpPr>
        <p:spPr/>
        <p:txBody>
          <a:bodyPr/>
          <a:lstStyle/>
          <a:p>
            <a:endParaRPr lang="en-US" altLang="en-US" dirty="0"/>
          </a:p>
        </p:txBody>
      </p:sp>
    </p:spTree>
    <p:extLst>
      <p:ext uri="{BB962C8B-B14F-4D97-AF65-F5344CB8AC3E}">
        <p14:creationId xmlns:p14="http://schemas.microsoft.com/office/powerpoint/2010/main" val="53489517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a:extLst>
              <a:ext uri="{FF2B5EF4-FFF2-40B4-BE49-F238E27FC236}">
                <a16:creationId xmlns:a16="http://schemas.microsoft.com/office/drawing/2014/main" id="{C7E09E1C-40D2-46F9-9F20-07EA588B3A3A}"/>
              </a:ext>
            </a:extLst>
          </p:cNvPr>
          <p:cNvSpPr>
            <a:spLocks noGrp="1" noChangeArrowheads="1"/>
          </p:cNvSpPr>
          <p:nvPr>
            <p:ph type="sldNum" sz="quarter" idx="5"/>
          </p:nvPr>
        </p:nvSpPr>
        <p:spPr>
          <a:ln/>
        </p:spPr>
        <p:txBody>
          <a:bodyPr/>
          <a:lstStyle/>
          <a:p>
            <a:fld id="{0CE062E2-CA43-4035-9E13-AD9908C25B62}" type="slidenum">
              <a:rPr lang="en-US" altLang="en-US"/>
              <a:pPr/>
              <a:t>16</a:t>
            </a:fld>
            <a:endParaRPr lang="en-US" altLang="en-US"/>
          </a:p>
        </p:txBody>
      </p:sp>
      <p:sp>
        <p:nvSpPr>
          <p:cNvPr id="124930" name="Rectangle 2">
            <a:extLst>
              <a:ext uri="{FF2B5EF4-FFF2-40B4-BE49-F238E27FC236}">
                <a16:creationId xmlns:a16="http://schemas.microsoft.com/office/drawing/2014/main" id="{DFA605D2-F657-4B1A-895E-09BF5F2A3B65}"/>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4302226F-D9D5-4ED4-8280-5A95D5D61DC0}"/>
              </a:ext>
            </a:extLst>
          </p:cNvPr>
          <p:cNvSpPr>
            <a:spLocks noGrp="1" noChangeArrowheads="1"/>
          </p:cNvSpPr>
          <p:nvPr>
            <p:ph type="body" idx="1"/>
          </p:nvPr>
        </p:nvSpPr>
        <p:spPr/>
        <p:txBody>
          <a:bodyPr/>
          <a:lstStyle/>
          <a:p>
            <a:endParaRPr lang="en-US" altLang="en-US" dirty="0"/>
          </a:p>
        </p:txBody>
      </p:sp>
    </p:spTree>
    <p:extLst>
      <p:ext uri="{BB962C8B-B14F-4D97-AF65-F5344CB8AC3E}">
        <p14:creationId xmlns:p14="http://schemas.microsoft.com/office/powerpoint/2010/main" val="19533780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a:extLst>
              <a:ext uri="{FF2B5EF4-FFF2-40B4-BE49-F238E27FC236}">
                <a16:creationId xmlns:a16="http://schemas.microsoft.com/office/drawing/2014/main" id="{C7E09E1C-40D2-46F9-9F20-07EA588B3A3A}"/>
              </a:ext>
            </a:extLst>
          </p:cNvPr>
          <p:cNvSpPr>
            <a:spLocks noGrp="1" noChangeArrowheads="1"/>
          </p:cNvSpPr>
          <p:nvPr>
            <p:ph type="sldNum" sz="quarter" idx="5"/>
          </p:nvPr>
        </p:nvSpPr>
        <p:spPr>
          <a:ln/>
        </p:spPr>
        <p:txBody>
          <a:bodyPr/>
          <a:lstStyle/>
          <a:p>
            <a:fld id="{0CE062E2-CA43-4035-9E13-AD9908C25B62}" type="slidenum">
              <a:rPr lang="en-US" altLang="en-US"/>
              <a:pPr/>
              <a:t>17</a:t>
            </a:fld>
            <a:endParaRPr lang="en-US" altLang="en-US"/>
          </a:p>
        </p:txBody>
      </p:sp>
      <p:sp>
        <p:nvSpPr>
          <p:cNvPr id="124930" name="Rectangle 2">
            <a:extLst>
              <a:ext uri="{FF2B5EF4-FFF2-40B4-BE49-F238E27FC236}">
                <a16:creationId xmlns:a16="http://schemas.microsoft.com/office/drawing/2014/main" id="{DFA605D2-F657-4B1A-895E-09BF5F2A3B65}"/>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4302226F-D9D5-4ED4-8280-5A95D5D61DC0}"/>
              </a:ext>
            </a:extLst>
          </p:cNvPr>
          <p:cNvSpPr>
            <a:spLocks noGrp="1" noChangeArrowheads="1"/>
          </p:cNvSpPr>
          <p:nvPr>
            <p:ph type="body" idx="1"/>
          </p:nvPr>
        </p:nvSpPr>
        <p:spPr/>
        <p:txBody>
          <a:bodyPr/>
          <a:lstStyle/>
          <a:p>
            <a:endParaRPr lang="en-US" altLang="en-US" dirty="0"/>
          </a:p>
        </p:txBody>
      </p:sp>
    </p:spTree>
    <p:extLst>
      <p:ext uri="{BB962C8B-B14F-4D97-AF65-F5344CB8AC3E}">
        <p14:creationId xmlns:p14="http://schemas.microsoft.com/office/powerpoint/2010/main" val="149570713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a:extLst>
              <a:ext uri="{FF2B5EF4-FFF2-40B4-BE49-F238E27FC236}">
                <a16:creationId xmlns:a16="http://schemas.microsoft.com/office/drawing/2014/main" id="{C7E09E1C-40D2-46F9-9F20-07EA588B3A3A}"/>
              </a:ext>
            </a:extLst>
          </p:cNvPr>
          <p:cNvSpPr>
            <a:spLocks noGrp="1" noChangeArrowheads="1"/>
          </p:cNvSpPr>
          <p:nvPr>
            <p:ph type="sldNum" sz="quarter" idx="5"/>
          </p:nvPr>
        </p:nvSpPr>
        <p:spPr>
          <a:ln/>
        </p:spPr>
        <p:txBody>
          <a:bodyPr/>
          <a:lstStyle/>
          <a:p>
            <a:fld id="{0CE062E2-CA43-4035-9E13-AD9908C25B62}" type="slidenum">
              <a:rPr lang="en-US" altLang="en-US"/>
              <a:pPr/>
              <a:t>18</a:t>
            </a:fld>
            <a:endParaRPr lang="en-US" altLang="en-US"/>
          </a:p>
        </p:txBody>
      </p:sp>
      <p:sp>
        <p:nvSpPr>
          <p:cNvPr id="124930" name="Rectangle 2">
            <a:extLst>
              <a:ext uri="{FF2B5EF4-FFF2-40B4-BE49-F238E27FC236}">
                <a16:creationId xmlns:a16="http://schemas.microsoft.com/office/drawing/2014/main" id="{DFA605D2-F657-4B1A-895E-09BF5F2A3B65}"/>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4302226F-D9D5-4ED4-8280-5A95D5D61DC0}"/>
              </a:ext>
            </a:extLst>
          </p:cNvPr>
          <p:cNvSpPr>
            <a:spLocks noGrp="1" noChangeArrowheads="1"/>
          </p:cNvSpPr>
          <p:nvPr>
            <p:ph type="body" idx="1"/>
          </p:nvPr>
        </p:nvSpPr>
        <p:spPr/>
        <p:txBody>
          <a:bodyPr/>
          <a:lstStyle/>
          <a:p>
            <a:endParaRPr lang="en-US" altLang="en-US" dirty="0"/>
          </a:p>
        </p:txBody>
      </p:sp>
    </p:spTree>
    <p:extLst>
      <p:ext uri="{BB962C8B-B14F-4D97-AF65-F5344CB8AC3E}">
        <p14:creationId xmlns:p14="http://schemas.microsoft.com/office/powerpoint/2010/main" val="160188195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01E4FE-2C87-0000-877B-BD044982C016}"/>
            </a:ext>
          </a:extLst>
        </p:cNvPr>
        <p:cNvGrpSpPr/>
        <p:nvPr/>
      </p:nvGrpSpPr>
      <p:grpSpPr>
        <a:xfrm>
          <a:off x="0" y="0"/>
          <a:ext cx="0" cy="0"/>
          <a:chOff x="0" y="0"/>
          <a:chExt cx="0" cy="0"/>
        </a:xfrm>
      </p:grpSpPr>
      <p:sp>
        <p:nvSpPr>
          <p:cNvPr id="7" name="Rectangle 5">
            <a:extLst>
              <a:ext uri="{FF2B5EF4-FFF2-40B4-BE49-F238E27FC236}">
                <a16:creationId xmlns:a16="http://schemas.microsoft.com/office/drawing/2014/main" id="{34EB132C-51A8-95B8-3896-706710AF3AF9}"/>
              </a:ext>
            </a:extLst>
          </p:cNvPr>
          <p:cNvSpPr>
            <a:spLocks noGrp="1" noChangeArrowheads="1"/>
          </p:cNvSpPr>
          <p:nvPr>
            <p:ph type="sldNum" sz="quarter" idx="5"/>
          </p:nvPr>
        </p:nvSpPr>
        <p:spPr>
          <a:ln/>
        </p:spPr>
        <p:txBody>
          <a:bodyPr/>
          <a:lstStyle/>
          <a:p>
            <a:fld id="{0CE062E2-CA43-4035-9E13-AD9908C25B62}" type="slidenum">
              <a:rPr lang="en-US" altLang="en-US"/>
              <a:pPr/>
              <a:t>19</a:t>
            </a:fld>
            <a:endParaRPr lang="en-US" altLang="en-US"/>
          </a:p>
        </p:txBody>
      </p:sp>
      <p:sp>
        <p:nvSpPr>
          <p:cNvPr id="124930" name="Rectangle 2">
            <a:extLst>
              <a:ext uri="{FF2B5EF4-FFF2-40B4-BE49-F238E27FC236}">
                <a16:creationId xmlns:a16="http://schemas.microsoft.com/office/drawing/2014/main" id="{82C12F22-70C5-8F0A-A830-B67E463A84D8}"/>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5DB51B2E-9CF0-A478-1ACB-EA56BCB6A4EC}"/>
              </a:ext>
            </a:extLst>
          </p:cNvPr>
          <p:cNvSpPr>
            <a:spLocks noGrp="1" noChangeArrowheads="1"/>
          </p:cNvSpPr>
          <p:nvPr>
            <p:ph type="body" idx="1"/>
          </p:nvPr>
        </p:nvSpPr>
        <p:spPr/>
        <p:txBody>
          <a:bodyPr/>
          <a:lstStyle/>
          <a:p>
            <a:endParaRPr lang="en-US" altLang="en-US" dirty="0"/>
          </a:p>
        </p:txBody>
      </p:sp>
    </p:spTree>
    <p:extLst>
      <p:ext uri="{BB962C8B-B14F-4D97-AF65-F5344CB8AC3E}">
        <p14:creationId xmlns:p14="http://schemas.microsoft.com/office/powerpoint/2010/main" val="83056379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a:extLst>
              <a:ext uri="{FF2B5EF4-FFF2-40B4-BE49-F238E27FC236}">
                <a16:creationId xmlns:a16="http://schemas.microsoft.com/office/drawing/2014/main" id="{C7E09E1C-40D2-46F9-9F20-07EA588B3A3A}"/>
              </a:ext>
            </a:extLst>
          </p:cNvPr>
          <p:cNvSpPr>
            <a:spLocks noGrp="1" noChangeArrowheads="1"/>
          </p:cNvSpPr>
          <p:nvPr>
            <p:ph type="sldNum" sz="quarter" idx="5"/>
          </p:nvPr>
        </p:nvSpPr>
        <p:spPr>
          <a:ln/>
        </p:spPr>
        <p:txBody>
          <a:bodyPr/>
          <a:lstStyle/>
          <a:p>
            <a:fld id="{0CE062E2-CA43-4035-9E13-AD9908C25B62}" type="slidenum">
              <a:rPr lang="en-US" altLang="en-US"/>
              <a:pPr/>
              <a:t>20</a:t>
            </a:fld>
            <a:endParaRPr lang="en-US" altLang="en-US"/>
          </a:p>
        </p:txBody>
      </p:sp>
      <p:sp>
        <p:nvSpPr>
          <p:cNvPr id="124930" name="Rectangle 2">
            <a:extLst>
              <a:ext uri="{FF2B5EF4-FFF2-40B4-BE49-F238E27FC236}">
                <a16:creationId xmlns:a16="http://schemas.microsoft.com/office/drawing/2014/main" id="{DFA605D2-F657-4B1A-895E-09BF5F2A3B65}"/>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4302226F-D9D5-4ED4-8280-5A95D5D61DC0}"/>
              </a:ext>
            </a:extLst>
          </p:cNvPr>
          <p:cNvSpPr>
            <a:spLocks noGrp="1" noChangeArrowheads="1"/>
          </p:cNvSpPr>
          <p:nvPr>
            <p:ph type="body" idx="1"/>
          </p:nvPr>
        </p:nvSpPr>
        <p:spPr/>
        <p:txBody>
          <a:bodyPr/>
          <a:lstStyle/>
          <a:p>
            <a:endParaRPr lang="en-US" altLang="en-US" dirty="0"/>
          </a:p>
        </p:txBody>
      </p:sp>
    </p:spTree>
    <p:extLst>
      <p:ext uri="{BB962C8B-B14F-4D97-AF65-F5344CB8AC3E}">
        <p14:creationId xmlns:p14="http://schemas.microsoft.com/office/powerpoint/2010/main" val="102306986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53A59F-EB6E-7E93-F9AC-ADBDCF692E90}"/>
            </a:ext>
          </a:extLst>
        </p:cNvPr>
        <p:cNvGrpSpPr/>
        <p:nvPr/>
      </p:nvGrpSpPr>
      <p:grpSpPr>
        <a:xfrm>
          <a:off x="0" y="0"/>
          <a:ext cx="0" cy="0"/>
          <a:chOff x="0" y="0"/>
          <a:chExt cx="0" cy="0"/>
        </a:xfrm>
      </p:grpSpPr>
      <p:sp>
        <p:nvSpPr>
          <p:cNvPr id="7" name="Rectangle 5">
            <a:extLst>
              <a:ext uri="{FF2B5EF4-FFF2-40B4-BE49-F238E27FC236}">
                <a16:creationId xmlns:a16="http://schemas.microsoft.com/office/drawing/2014/main" id="{B64C7C63-1498-1D76-FA33-196ED148884D}"/>
              </a:ext>
            </a:extLst>
          </p:cNvPr>
          <p:cNvSpPr>
            <a:spLocks noGrp="1" noChangeArrowheads="1"/>
          </p:cNvSpPr>
          <p:nvPr>
            <p:ph type="sldNum" sz="quarter" idx="5"/>
          </p:nvPr>
        </p:nvSpPr>
        <p:spPr>
          <a:ln/>
        </p:spPr>
        <p:txBody>
          <a:bodyPr/>
          <a:lstStyle/>
          <a:p>
            <a:fld id="{0CE062E2-CA43-4035-9E13-AD9908C25B62}" type="slidenum">
              <a:rPr lang="en-US" altLang="en-US"/>
              <a:pPr/>
              <a:t>21</a:t>
            </a:fld>
            <a:endParaRPr lang="en-US" altLang="en-US"/>
          </a:p>
        </p:txBody>
      </p:sp>
      <p:sp>
        <p:nvSpPr>
          <p:cNvPr id="124930" name="Rectangle 2">
            <a:extLst>
              <a:ext uri="{FF2B5EF4-FFF2-40B4-BE49-F238E27FC236}">
                <a16:creationId xmlns:a16="http://schemas.microsoft.com/office/drawing/2014/main" id="{251614AE-8107-0975-59DD-E97B67D1287A}"/>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D5732623-577B-C1A7-9361-50AA1B87696B}"/>
              </a:ext>
            </a:extLst>
          </p:cNvPr>
          <p:cNvSpPr>
            <a:spLocks noGrp="1" noChangeArrowheads="1"/>
          </p:cNvSpPr>
          <p:nvPr>
            <p:ph type="body" idx="1"/>
          </p:nvPr>
        </p:nvSpPr>
        <p:spPr/>
        <p:txBody>
          <a:bodyPr/>
          <a:lstStyle/>
          <a:p>
            <a:endParaRPr lang="en-US" altLang="en-US" dirty="0"/>
          </a:p>
        </p:txBody>
      </p:sp>
    </p:spTree>
    <p:extLst>
      <p:ext uri="{BB962C8B-B14F-4D97-AF65-F5344CB8AC3E}">
        <p14:creationId xmlns:p14="http://schemas.microsoft.com/office/powerpoint/2010/main" val="208265787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a:extLst>
              <a:ext uri="{FF2B5EF4-FFF2-40B4-BE49-F238E27FC236}">
                <a16:creationId xmlns:a16="http://schemas.microsoft.com/office/drawing/2014/main" id="{C7E09E1C-40D2-46F9-9F20-07EA588B3A3A}"/>
              </a:ext>
            </a:extLst>
          </p:cNvPr>
          <p:cNvSpPr>
            <a:spLocks noGrp="1" noChangeArrowheads="1"/>
          </p:cNvSpPr>
          <p:nvPr>
            <p:ph type="sldNum" sz="quarter" idx="5"/>
          </p:nvPr>
        </p:nvSpPr>
        <p:spPr>
          <a:ln/>
        </p:spPr>
        <p:txBody>
          <a:bodyPr/>
          <a:lstStyle/>
          <a:p>
            <a:fld id="{0CE062E2-CA43-4035-9E13-AD9908C25B62}" type="slidenum">
              <a:rPr lang="en-US" altLang="en-US"/>
              <a:pPr/>
              <a:t>22</a:t>
            </a:fld>
            <a:endParaRPr lang="en-US" altLang="en-US"/>
          </a:p>
        </p:txBody>
      </p:sp>
      <p:sp>
        <p:nvSpPr>
          <p:cNvPr id="124930" name="Rectangle 2">
            <a:extLst>
              <a:ext uri="{FF2B5EF4-FFF2-40B4-BE49-F238E27FC236}">
                <a16:creationId xmlns:a16="http://schemas.microsoft.com/office/drawing/2014/main" id="{DFA605D2-F657-4B1A-895E-09BF5F2A3B65}"/>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4302226F-D9D5-4ED4-8280-5A95D5D61DC0}"/>
              </a:ext>
            </a:extLst>
          </p:cNvPr>
          <p:cNvSpPr>
            <a:spLocks noGrp="1" noChangeArrowheads="1"/>
          </p:cNvSpPr>
          <p:nvPr>
            <p:ph type="body" idx="1"/>
          </p:nvPr>
        </p:nvSpPr>
        <p:spPr/>
        <p:txBody>
          <a:bodyPr/>
          <a:lstStyle/>
          <a:p>
            <a:endParaRPr lang="en-US" altLang="en-US" dirty="0"/>
          </a:p>
        </p:txBody>
      </p:sp>
    </p:spTree>
    <p:extLst>
      <p:ext uri="{BB962C8B-B14F-4D97-AF65-F5344CB8AC3E}">
        <p14:creationId xmlns:p14="http://schemas.microsoft.com/office/powerpoint/2010/main" val="33492208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a:extLst>
              <a:ext uri="{FF2B5EF4-FFF2-40B4-BE49-F238E27FC236}">
                <a16:creationId xmlns:a16="http://schemas.microsoft.com/office/drawing/2014/main" id="{C7E09E1C-40D2-46F9-9F20-07EA588B3A3A}"/>
              </a:ext>
            </a:extLst>
          </p:cNvPr>
          <p:cNvSpPr>
            <a:spLocks noGrp="1" noChangeArrowheads="1"/>
          </p:cNvSpPr>
          <p:nvPr>
            <p:ph type="sldNum" sz="quarter" idx="5"/>
          </p:nvPr>
        </p:nvSpPr>
        <p:spPr>
          <a:ln/>
        </p:spPr>
        <p:txBody>
          <a:bodyPr/>
          <a:lstStyle/>
          <a:p>
            <a:fld id="{0CE062E2-CA43-4035-9E13-AD9908C25B62}" type="slidenum">
              <a:rPr lang="en-US" altLang="en-US"/>
              <a:pPr/>
              <a:t>23</a:t>
            </a:fld>
            <a:endParaRPr lang="en-US" altLang="en-US"/>
          </a:p>
        </p:txBody>
      </p:sp>
      <p:sp>
        <p:nvSpPr>
          <p:cNvPr id="124930" name="Rectangle 2">
            <a:extLst>
              <a:ext uri="{FF2B5EF4-FFF2-40B4-BE49-F238E27FC236}">
                <a16:creationId xmlns:a16="http://schemas.microsoft.com/office/drawing/2014/main" id="{DFA605D2-F657-4B1A-895E-09BF5F2A3B65}"/>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4302226F-D9D5-4ED4-8280-5A95D5D61DC0}"/>
              </a:ext>
            </a:extLst>
          </p:cNvPr>
          <p:cNvSpPr>
            <a:spLocks noGrp="1" noChangeArrowheads="1"/>
          </p:cNvSpPr>
          <p:nvPr>
            <p:ph type="body" idx="1"/>
          </p:nvPr>
        </p:nvSpPr>
        <p:spPr/>
        <p:txBody>
          <a:bodyPr/>
          <a:lstStyle/>
          <a:p>
            <a:endParaRPr lang="en-US" altLang="en-US" dirty="0"/>
          </a:p>
        </p:txBody>
      </p:sp>
    </p:spTree>
    <p:extLst>
      <p:ext uri="{BB962C8B-B14F-4D97-AF65-F5344CB8AC3E}">
        <p14:creationId xmlns:p14="http://schemas.microsoft.com/office/powerpoint/2010/main" val="89883497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21B70B-E4B9-A718-830C-E5288CB2A82F}"/>
            </a:ext>
          </a:extLst>
        </p:cNvPr>
        <p:cNvGrpSpPr/>
        <p:nvPr/>
      </p:nvGrpSpPr>
      <p:grpSpPr>
        <a:xfrm>
          <a:off x="0" y="0"/>
          <a:ext cx="0" cy="0"/>
          <a:chOff x="0" y="0"/>
          <a:chExt cx="0" cy="0"/>
        </a:xfrm>
      </p:grpSpPr>
      <p:sp>
        <p:nvSpPr>
          <p:cNvPr id="7" name="Rectangle 5">
            <a:extLst>
              <a:ext uri="{FF2B5EF4-FFF2-40B4-BE49-F238E27FC236}">
                <a16:creationId xmlns:a16="http://schemas.microsoft.com/office/drawing/2014/main" id="{78EEEDA3-4CED-6297-640A-7950A426BC17}"/>
              </a:ext>
            </a:extLst>
          </p:cNvPr>
          <p:cNvSpPr>
            <a:spLocks noGrp="1" noChangeArrowheads="1"/>
          </p:cNvSpPr>
          <p:nvPr>
            <p:ph type="sldNum" sz="quarter" idx="5"/>
          </p:nvPr>
        </p:nvSpPr>
        <p:spPr>
          <a:ln/>
        </p:spPr>
        <p:txBody>
          <a:bodyPr/>
          <a:lstStyle/>
          <a:p>
            <a:fld id="{0CE062E2-CA43-4035-9E13-AD9908C25B62}" type="slidenum">
              <a:rPr lang="en-US" altLang="en-US"/>
              <a:pPr/>
              <a:t>24</a:t>
            </a:fld>
            <a:endParaRPr lang="en-US" altLang="en-US"/>
          </a:p>
        </p:txBody>
      </p:sp>
      <p:sp>
        <p:nvSpPr>
          <p:cNvPr id="124930" name="Rectangle 2">
            <a:extLst>
              <a:ext uri="{FF2B5EF4-FFF2-40B4-BE49-F238E27FC236}">
                <a16:creationId xmlns:a16="http://schemas.microsoft.com/office/drawing/2014/main" id="{4F406846-92A8-8C81-EA3A-4034B01F4327}"/>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D3654987-29F6-062B-38D9-55F7654BF861}"/>
              </a:ext>
            </a:extLst>
          </p:cNvPr>
          <p:cNvSpPr>
            <a:spLocks noGrp="1" noChangeArrowheads="1"/>
          </p:cNvSpPr>
          <p:nvPr>
            <p:ph type="body" idx="1"/>
          </p:nvPr>
        </p:nvSpPr>
        <p:spPr/>
        <p:txBody>
          <a:bodyPr/>
          <a:lstStyle/>
          <a:p>
            <a:endParaRPr lang="en-US" altLang="en-US" dirty="0"/>
          </a:p>
        </p:txBody>
      </p:sp>
    </p:spTree>
    <p:extLst>
      <p:ext uri="{BB962C8B-B14F-4D97-AF65-F5344CB8AC3E}">
        <p14:creationId xmlns:p14="http://schemas.microsoft.com/office/powerpoint/2010/main" val="81502019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F10768-EE97-5207-9204-02C06AE161E3}"/>
            </a:ext>
          </a:extLst>
        </p:cNvPr>
        <p:cNvGrpSpPr/>
        <p:nvPr/>
      </p:nvGrpSpPr>
      <p:grpSpPr>
        <a:xfrm>
          <a:off x="0" y="0"/>
          <a:ext cx="0" cy="0"/>
          <a:chOff x="0" y="0"/>
          <a:chExt cx="0" cy="0"/>
        </a:xfrm>
      </p:grpSpPr>
      <p:sp>
        <p:nvSpPr>
          <p:cNvPr id="7" name="Rectangle 5">
            <a:extLst>
              <a:ext uri="{FF2B5EF4-FFF2-40B4-BE49-F238E27FC236}">
                <a16:creationId xmlns:a16="http://schemas.microsoft.com/office/drawing/2014/main" id="{F49BF972-6761-C6F9-F6EE-F85A3E2966C6}"/>
              </a:ext>
            </a:extLst>
          </p:cNvPr>
          <p:cNvSpPr>
            <a:spLocks noGrp="1" noChangeArrowheads="1"/>
          </p:cNvSpPr>
          <p:nvPr>
            <p:ph type="sldNum" sz="quarter" idx="5"/>
          </p:nvPr>
        </p:nvSpPr>
        <p:spPr>
          <a:ln/>
        </p:spPr>
        <p:txBody>
          <a:bodyPr/>
          <a:lstStyle/>
          <a:p>
            <a:fld id="{0CE062E2-CA43-4035-9E13-AD9908C25B62}" type="slidenum">
              <a:rPr lang="en-US" altLang="en-US"/>
              <a:pPr/>
              <a:t>25</a:t>
            </a:fld>
            <a:endParaRPr lang="en-US" altLang="en-US"/>
          </a:p>
        </p:txBody>
      </p:sp>
      <p:sp>
        <p:nvSpPr>
          <p:cNvPr id="124930" name="Rectangle 2">
            <a:extLst>
              <a:ext uri="{FF2B5EF4-FFF2-40B4-BE49-F238E27FC236}">
                <a16:creationId xmlns:a16="http://schemas.microsoft.com/office/drawing/2014/main" id="{36296592-2CFC-2C18-4B50-AEFD166C620C}"/>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0DCAC645-18D4-C6B5-598A-B16EDD085996}"/>
              </a:ext>
            </a:extLst>
          </p:cNvPr>
          <p:cNvSpPr>
            <a:spLocks noGrp="1" noChangeArrowheads="1"/>
          </p:cNvSpPr>
          <p:nvPr>
            <p:ph type="body" idx="1"/>
          </p:nvPr>
        </p:nvSpPr>
        <p:spPr/>
        <p:txBody>
          <a:bodyPr/>
          <a:lstStyle/>
          <a:p>
            <a:endParaRPr lang="en-US" altLang="en-US" dirty="0"/>
          </a:p>
        </p:txBody>
      </p:sp>
    </p:spTree>
    <p:extLst>
      <p:ext uri="{BB962C8B-B14F-4D97-AF65-F5344CB8AC3E}">
        <p14:creationId xmlns:p14="http://schemas.microsoft.com/office/powerpoint/2010/main" val="186640893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E32B68-A07A-97C5-3D8F-3F0701F6A161}"/>
            </a:ext>
          </a:extLst>
        </p:cNvPr>
        <p:cNvGrpSpPr/>
        <p:nvPr/>
      </p:nvGrpSpPr>
      <p:grpSpPr>
        <a:xfrm>
          <a:off x="0" y="0"/>
          <a:ext cx="0" cy="0"/>
          <a:chOff x="0" y="0"/>
          <a:chExt cx="0" cy="0"/>
        </a:xfrm>
      </p:grpSpPr>
      <p:sp>
        <p:nvSpPr>
          <p:cNvPr id="7" name="Rectangle 5">
            <a:extLst>
              <a:ext uri="{FF2B5EF4-FFF2-40B4-BE49-F238E27FC236}">
                <a16:creationId xmlns:a16="http://schemas.microsoft.com/office/drawing/2014/main" id="{DB64F0A1-DB56-7D69-F886-35A66740AE08}"/>
              </a:ext>
            </a:extLst>
          </p:cNvPr>
          <p:cNvSpPr>
            <a:spLocks noGrp="1" noChangeArrowheads="1"/>
          </p:cNvSpPr>
          <p:nvPr>
            <p:ph type="sldNum" sz="quarter" idx="5"/>
          </p:nvPr>
        </p:nvSpPr>
        <p:spPr>
          <a:ln/>
        </p:spPr>
        <p:txBody>
          <a:bodyPr/>
          <a:lstStyle/>
          <a:p>
            <a:fld id="{0CE062E2-CA43-4035-9E13-AD9908C25B62}" type="slidenum">
              <a:rPr lang="en-US" altLang="en-US"/>
              <a:pPr/>
              <a:t>26</a:t>
            </a:fld>
            <a:endParaRPr lang="en-US" altLang="en-US"/>
          </a:p>
        </p:txBody>
      </p:sp>
      <p:sp>
        <p:nvSpPr>
          <p:cNvPr id="124930" name="Rectangle 2">
            <a:extLst>
              <a:ext uri="{FF2B5EF4-FFF2-40B4-BE49-F238E27FC236}">
                <a16:creationId xmlns:a16="http://schemas.microsoft.com/office/drawing/2014/main" id="{D1E8BCA3-8A3D-80A8-5F27-D7A083648A65}"/>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32B0C09B-C2B1-FBCB-3233-8EBF9BEA0C63}"/>
              </a:ext>
            </a:extLst>
          </p:cNvPr>
          <p:cNvSpPr>
            <a:spLocks noGrp="1" noChangeArrowheads="1"/>
          </p:cNvSpPr>
          <p:nvPr>
            <p:ph type="body" idx="1"/>
          </p:nvPr>
        </p:nvSpPr>
        <p:spPr/>
        <p:txBody>
          <a:bodyPr/>
          <a:lstStyle/>
          <a:p>
            <a:endParaRPr lang="en-US" altLang="en-US" dirty="0"/>
          </a:p>
        </p:txBody>
      </p:sp>
    </p:spTree>
    <p:extLst>
      <p:ext uri="{BB962C8B-B14F-4D97-AF65-F5344CB8AC3E}">
        <p14:creationId xmlns:p14="http://schemas.microsoft.com/office/powerpoint/2010/main" val="228614128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a:extLst>
              <a:ext uri="{FF2B5EF4-FFF2-40B4-BE49-F238E27FC236}">
                <a16:creationId xmlns:a16="http://schemas.microsoft.com/office/drawing/2014/main" id="{C7E09E1C-40D2-46F9-9F20-07EA588B3A3A}"/>
              </a:ext>
            </a:extLst>
          </p:cNvPr>
          <p:cNvSpPr>
            <a:spLocks noGrp="1" noChangeArrowheads="1"/>
          </p:cNvSpPr>
          <p:nvPr>
            <p:ph type="sldNum" sz="quarter" idx="5"/>
          </p:nvPr>
        </p:nvSpPr>
        <p:spPr>
          <a:ln/>
        </p:spPr>
        <p:txBody>
          <a:bodyPr/>
          <a:lstStyle/>
          <a:p>
            <a:fld id="{0CE062E2-CA43-4035-9E13-AD9908C25B62}" type="slidenum">
              <a:rPr lang="en-US" altLang="en-US"/>
              <a:pPr/>
              <a:t>27</a:t>
            </a:fld>
            <a:endParaRPr lang="en-US" altLang="en-US"/>
          </a:p>
        </p:txBody>
      </p:sp>
      <p:sp>
        <p:nvSpPr>
          <p:cNvPr id="124930" name="Rectangle 2">
            <a:extLst>
              <a:ext uri="{FF2B5EF4-FFF2-40B4-BE49-F238E27FC236}">
                <a16:creationId xmlns:a16="http://schemas.microsoft.com/office/drawing/2014/main" id="{DFA605D2-F657-4B1A-895E-09BF5F2A3B65}"/>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4302226F-D9D5-4ED4-8280-5A95D5D61DC0}"/>
              </a:ext>
            </a:extLst>
          </p:cNvPr>
          <p:cNvSpPr>
            <a:spLocks noGrp="1" noChangeArrowheads="1"/>
          </p:cNvSpPr>
          <p:nvPr>
            <p:ph type="body" idx="1"/>
          </p:nvPr>
        </p:nvSpPr>
        <p:spPr/>
        <p:txBody>
          <a:bodyPr/>
          <a:lstStyle/>
          <a:p>
            <a:endParaRPr lang="en-US" altLang="en-US" dirty="0"/>
          </a:p>
        </p:txBody>
      </p:sp>
    </p:spTree>
    <p:extLst>
      <p:ext uri="{BB962C8B-B14F-4D97-AF65-F5344CB8AC3E}">
        <p14:creationId xmlns:p14="http://schemas.microsoft.com/office/powerpoint/2010/main" val="117089229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a:extLst>
              <a:ext uri="{FF2B5EF4-FFF2-40B4-BE49-F238E27FC236}">
                <a16:creationId xmlns:a16="http://schemas.microsoft.com/office/drawing/2014/main" id="{C7E09E1C-40D2-46F9-9F20-07EA588B3A3A}"/>
              </a:ext>
            </a:extLst>
          </p:cNvPr>
          <p:cNvSpPr>
            <a:spLocks noGrp="1" noChangeArrowheads="1"/>
          </p:cNvSpPr>
          <p:nvPr>
            <p:ph type="sldNum" sz="quarter" idx="5"/>
          </p:nvPr>
        </p:nvSpPr>
        <p:spPr>
          <a:ln/>
        </p:spPr>
        <p:txBody>
          <a:bodyPr/>
          <a:lstStyle/>
          <a:p>
            <a:fld id="{0CE062E2-CA43-4035-9E13-AD9908C25B62}" type="slidenum">
              <a:rPr lang="en-US" altLang="en-US"/>
              <a:pPr/>
              <a:t>28</a:t>
            </a:fld>
            <a:endParaRPr lang="en-US" altLang="en-US"/>
          </a:p>
        </p:txBody>
      </p:sp>
      <p:sp>
        <p:nvSpPr>
          <p:cNvPr id="124930" name="Rectangle 2">
            <a:extLst>
              <a:ext uri="{FF2B5EF4-FFF2-40B4-BE49-F238E27FC236}">
                <a16:creationId xmlns:a16="http://schemas.microsoft.com/office/drawing/2014/main" id="{DFA605D2-F657-4B1A-895E-09BF5F2A3B65}"/>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4302226F-D9D5-4ED4-8280-5A95D5D61DC0}"/>
              </a:ext>
            </a:extLst>
          </p:cNvPr>
          <p:cNvSpPr>
            <a:spLocks noGrp="1" noChangeArrowheads="1"/>
          </p:cNvSpPr>
          <p:nvPr>
            <p:ph type="body" idx="1"/>
          </p:nvPr>
        </p:nvSpPr>
        <p:spPr/>
        <p:txBody>
          <a:bodyPr/>
          <a:lstStyle/>
          <a:p>
            <a:endParaRPr lang="en-US" altLang="en-US" dirty="0"/>
          </a:p>
        </p:txBody>
      </p:sp>
    </p:spTree>
    <p:extLst>
      <p:ext uri="{BB962C8B-B14F-4D97-AF65-F5344CB8AC3E}">
        <p14:creationId xmlns:p14="http://schemas.microsoft.com/office/powerpoint/2010/main" val="278925711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a:extLst>
              <a:ext uri="{FF2B5EF4-FFF2-40B4-BE49-F238E27FC236}">
                <a16:creationId xmlns:a16="http://schemas.microsoft.com/office/drawing/2014/main" id="{C7E09E1C-40D2-46F9-9F20-07EA588B3A3A}"/>
              </a:ext>
            </a:extLst>
          </p:cNvPr>
          <p:cNvSpPr>
            <a:spLocks noGrp="1" noChangeArrowheads="1"/>
          </p:cNvSpPr>
          <p:nvPr>
            <p:ph type="sldNum" sz="quarter" idx="5"/>
          </p:nvPr>
        </p:nvSpPr>
        <p:spPr>
          <a:ln/>
        </p:spPr>
        <p:txBody>
          <a:bodyPr/>
          <a:lstStyle/>
          <a:p>
            <a:fld id="{0CE062E2-CA43-4035-9E13-AD9908C25B62}" type="slidenum">
              <a:rPr lang="en-US" altLang="en-US"/>
              <a:pPr/>
              <a:t>29</a:t>
            </a:fld>
            <a:endParaRPr lang="en-US" altLang="en-US"/>
          </a:p>
        </p:txBody>
      </p:sp>
      <p:sp>
        <p:nvSpPr>
          <p:cNvPr id="124930" name="Rectangle 2">
            <a:extLst>
              <a:ext uri="{FF2B5EF4-FFF2-40B4-BE49-F238E27FC236}">
                <a16:creationId xmlns:a16="http://schemas.microsoft.com/office/drawing/2014/main" id="{DFA605D2-F657-4B1A-895E-09BF5F2A3B65}"/>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4302226F-D9D5-4ED4-8280-5A95D5D61DC0}"/>
              </a:ext>
            </a:extLst>
          </p:cNvPr>
          <p:cNvSpPr>
            <a:spLocks noGrp="1" noChangeArrowheads="1"/>
          </p:cNvSpPr>
          <p:nvPr>
            <p:ph type="body" idx="1"/>
          </p:nvPr>
        </p:nvSpPr>
        <p:spPr/>
        <p:txBody>
          <a:bodyPr/>
          <a:lstStyle/>
          <a:p>
            <a:endParaRPr lang="en-US" altLang="en-US" dirty="0"/>
          </a:p>
        </p:txBody>
      </p:sp>
    </p:spTree>
    <p:extLst>
      <p:ext uri="{BB962C8B-B14F-4D97-AF65-F5344CB8AC3E}">
        <p14:creationId xmlns:p14="http://schemas.microsoft.com/office/powerpoint/2010/main" val="285568939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a:extLst>
              <a:ext uri="{FF2B5EF4-FFF2-40B4-BE49-F238E27FC236}">
                <a16:creationId xmlns:a16="http://schemas.microsoft.com/office/drawing/2014/main" id="{C7E09E1C-40D2-46F9-9F20-07EA588B3A3A}"/>
              </a:ext>
            </a:extLst>
          </p:cNvPr>
          <p:cNvSpPr>
            <a:spLocks noGrp="1" noChangeArrowheads="1"/>
          </p:cNvSpPr>
          <p:nvPr>
            <p:ph type="sldNum" sz="quarter" idx="5"/>
          </p:nvPr>
        </p:nvSpPr>
        <p:spPr>
          <a:ln/>
        </p:spPr>
        <p:txBody>
          <a:bodyPr/>
          <a:lstStyle/>
          <a:p>
            <a:fld id="{0CE062E2-CA43-4035-9E13-AD9908C25B62}" type="slidenum">
              <a:rPr lang="en-US" altLang="en-US"/>
              <a:pPr/>
              <a:t>30</a:t>
            </a:fld>
            <a:endParaRPr lang="en-US" altLang="en-US"/>
          </a:p>
        </p:txBody>
      </p:sp>
      <p:sp>
        <p:nvSpPr>
          <p:cNvPr id="124930" name="Rectangle 2">
            <a:extLst>
              <a:ext uri="{FF2B5EF4-FFF2-40B4-BE49-F238E27FC236}">
                <a16:creationId xmlns:a16="http://schemas.microsoft.com/office/drawing/2014/main" id="{DFA605D2-F657-4B1A-895E-09BF5F2A3B65}"/>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4302226F-D9D5-4ED4-8280-5A95D5D61DC0}"/>
              </a:ext>
            </a:extLst>
          </p:cNvPr>
          <p:cNvSpPr>
            <a:spLocks noGrp="1" noChangeArrowheads="1"/>
          </p:cNvSpPr>
          <p:nvPr>
            <p:ph type="body" idx="1"/>
          </p:nvPr>
        </p:nvSpPr>
        <p:spPr/>
        <p:txBody>
          <a:bodyPr/>
          <a:lstStyle/>
          <a:p>
            <a:endParaRPr lang="en-US" altLang="en-US" dirty="0"/>
          </a:p>
        </p:txBody>
      </p:sp>
    </p:spTree>
    <p:extLst>
      <p:ext uri="{BB962C8B-B14F-4D97-AF65-F5344CB8AC3E}">
        <p14:creationId xmlns:p14="http://schemas.microsoft.com/office/powerpoint/2010/main" val="32771335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a:extLst>
              <a:ext uri="{FF2B5EF4-FFF2-40B4-BE49-F238E27FC236}">
                <a16:creationId xmlns:a16="http://schemas.microsoft.com/office/drawing/2014/main" id="{C7E09E1C-40D2-46F9-9F20-07EA588B3A3A}"/>
              </a:ext>
            </a:extLst>
          </p:cNvPr>
          <p:cNvSpPr>
            <a:spLocks noGrp="1" noChangeArrowheads="1"/>
          </p:cNvSpPr>
          <p:nvPr>
            <p:ph type="sldNum" sz="quarter" idx="5"/>
          </p:nvPr>
        </p:nvSpPr>
        <p:spPr>
          <a:ln/>
        </p:spPr>
        <p:txBody>
          <a:bodyPr/>
          <a:lstStyle/>
          <a:p>
            <a:fld id="{0CE062E2-CA43-4035-9E13-AD9908C25B62}" type="slidenum">
              <a:rPr lang="en-US" altLang="en-US"/>
              <a:pPr/>
              <a:t>31</a:t>
            </a:fld>
            <a:endParaRPr lang="en-US" altLang="en-US"/>
          </a:p>
        </p:txBody>
      </p:sp>
      <p:sp>
        <p:nvSpPr>
          <p:cNvPr id="124930" name="Rectangle 2">
            <a:extLst>
              <a:ext uri="{FF2B5EF4-FFF2-40B4-BE49-F238E27FC236}">
                <a16:creationId xmlns:a16="http://schemas.microsoft.com/office/drawing/2014/main" id="{DFA605D2-F657-4B1A-895E-09BF5F2A3B65}"/>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4302226F-D9D5-4ED4-8280-5A95D5D61DC0}"/>
              </a:ext>
            </a:extLst>
          </p:cNvPr>
          <p:cNvSpPr>
            <a:spLocks noGrp="1" noChangeArrowheads="1"/>
          </p:cNvSpPr>
          <p:nvPr>
            <p:ph type="body" idx="1"/>
          </p:nvPr>
        </p:nvSpPr>
        <p:spPr/>
        <p:txBody>
          <a:bodyPr/>
          <a:lstStyle/>
          <a:p>
            <a:endParaRPr lang="en-US" altLang="en-US" dirty="0"/>
          </a:p>
        </p:txBody>
      </p:sp>
    </p:spTree>
    <p:extLst>
      <p:ext uri="{BB962C8B-B14F-4D97-AF65-F5344CB8AC3E}">
        <p14:creationId xmlns:p14="http://schemas.microsoft.com/office/powerpoint/2010/main" val="70716040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a:extLst>
              <a:ext uri="{FF2B5EF4-FFF2-40B4-BE49-F238E27FC236}">
                <a16:creationId xmlns:a16="http://schemas.microsoft.com/office/drawing/2014/main" id="{C7E09E1C-40D2-46F9-9F20-07EA588B3A3A}"/>
              </a:ext>
            </a:extLst>
          </p:cNvPr>
          <p:cNvSpPr>
            <a:spLocks noGrp="1" noChangeArrowheads="1"/>
          </p:cNvSpPr>
          <p:nvPr>
            <p:ph type="sldNum" sz="quarter" idx="5"/>
          </p:nvPr>
        </p:nvSpPr>
        <p:spPr>
          <a:ln/>
        </p:spPr>
        <p:txBody>
          <a:bodyPr/>
          <a:lstStyle/>
          <a:p>
            <a:fld id="{0CE062E2-CA43-4035-9E13-AD9908C25B62}" type="slidenum">
              <a:rPr lang="en-US" altLang="en-US"/>
              <a:pPr/>
              <a:t>32</a:t>
            </a:fld>
            <a:endParaRPr lang="en-US" altLang="en-US"/>
          </a:p>
        </p:txBody>
      </p:sp>
      <p:sp>
        <p:nvSpPr>
          <p:cNvPr id="124930" name="Rectangle 2">
            <a:extLst>
              <a:ext uri="{FF2B5EF4-FFF2-40B4-BE49-F238E27FC236}">
                <a16:creationId xmlns:a16="http://schemas.microsoft.com/office/drawing/2014/main" id="{DFA605D2-F657-4B1A-895E-09BF5F2A3B65}"/>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4302226F-D9D5-4ED4-8280-5A95D5D61DC0}"/>
              </a:ext>
            </a:extLst>
          </p:cNvPr>
          <p:cNvSpPr>
            <a:spLocks noGrp="1" noChangeArrowheads="1"/>
          </p:cNvSpPr>
          <p:nvPr>
            <p:ph type="body" idx="1"/>
          </p:nvPr>
        </p:nvSpPr>
        <p:spPr/>
        <p:txBody>
          <a:bodyPr/>
          <a:lstStyle/>
          <a:p>
            <a:endParaRPr lang="en-US" altLang="en-US" dirty="0"/>
          </a:p>
        </p:txBody>
      </p:sp>
    </p:spTree>
    <p:extLst>
      <p:ext uri="{BB962C8B-B14F-4D97-AF65-F5344CB8AC3E}">
        <p14:creationId xmlns:p14="http://schemas.microsoft.com/office/powerpoint/2010/main" val="308438422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a:extLst>
              <a:ext uri="{FF2B5EF4-FFF2-40B4-BE49-F238E27FC236}">
                <a16:creationId xmlns:a16="http://schemas.microsoft.com/office/drawing/2014/main" id="{C7E09E1C-40D2-46F9-9F20-07EA588B3A3A}"/>
              </a:ext>
            </a:extLst>
          </p:cNvPr>
          <p:cNvSpPr>
            <a:spLocks noGrp="1" noChangeArrowheads="1"/>
          </p:cNvSpPr>
          <p:nvPr>
            <p:ph type="sldNum" sz="quarter" idx="5"/>
          </p:nvPr>
        </p:nvSpPr>
        <p:spPr>
          <a:ln/>
        </p:spPr>
        <p:txBody>
          <a:bodyPr/>
          <a:lstStyle/>
          <a:p>
            <a:fld id="{0CE062E2-CA43-4035-9E13-AD9908C25B62}" type="slidenum">
              <a:rPr lang="en-US" altLang="en-US"/>
              <a:pPr/>
              <a:t>33</a:t>
            </a:fld>
            <a:endParaRPr lang="en-US" altLang="en-US"/>
          </a:p>
        </p:txBody>
      </p:sp>
      <p:sp>
        <p:nvSpPr>
          <p:cNvPr id="124930" name="Rectangle 2">
            <a:extLst>
              <a:ext uri="{FF2B5EF4-FFF2-40B4-BE49-F238E27FC236}">
                <a16:creationId xmlns:a16="http://schemas.microsoft.com/office/drawing/2014/main" id="{DFA605D2-F657-4B1A-895E-09BF5F2A3B65}"/>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4302226F-D9D5-4ED4-8280-5A95D5D61DC0}"/>
              </a:ext>
            </a:extLst>
          </p:cNvPr>
          <p:cNvSpPr>
            <a:spLocks noGrp="1" noChangeArrowheads="1"/>
          </p:cNvSpPr>
          <p:nvPr>
            <p:ph type="body" idx="1"/>
          </p:nvPr>
        </p:nvSpPr>
        <p:spPr/>
        <p:txBody>
          <a:bodyPr/>
          <a:lstStyle/>
          <a:p>
            <a:endParaRPr lang="en-US" altLang="en-US" dirty="0"/>
          </a:p>
        </p:txBody>
      </p:sp>
    </p:spTree>
    <p:extLst>
      <p:ext uri="{BB962C8B-B14F-4D97-AF65-F5344CB8AC3E}">
        <p14:creationId xmlns:p14="http://schemas.microsoft.com/office/powerpoint/2010/main" val="394207275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a:extLst>
              <a:ext uri="{FF2B5EF4-FFF2-40B4-BE49-F238E27FC236}">
                <a16:creationId xmlns:a16="http://schemas.microsoft.com/office/drawing/2014/main" id="{C7E09E1C-40D2-46F9-9F20-07EA588B3A3A}"/>
              </a:ext>
            </a:extLst>
          </p:cNvPr>
          <p:cNvSpPr>
            <a:spLocks noGrp="1" noChangeArrowheads="1"/>
          </p:cNvSpPr>
          <p:nvPr>
            <p:ph type="sldNum" sz="quarter" idx="5"/>
          </p:nvPr>
        </p:nvSpPr>
        <p:spPr>
          <a:ln/>
        </p:spPr>
        <p:txBody>
          <a:bodyPr/>
          <a:lstStyle/>
          <a:p>
            <a:fld id="{0CE062E2-CA43-4035-9E13-AD9908C25B62}" type="slidenum">
              <a:rPr lang="en-US" altLang="en-US"/>
              <a:pPr/>
              <a:t>34</a:t>
            </a:fld>
            <a:endParaRPr lang="en-US" altLang="en-US"/>
          </a:p>
        </p:txBody>
      </p:sp>
      <p:sp>
        <p:nvSpPr>
          <p:cNvPr id="124930" name="Rectangle 2">
            <a:extLst>
              <a:ext uri="{FF2B5EF4-FFF2-40B4-BE49-F238E27FC236}">
                <a16:creationId xmlns:a16="http://schemas.microsoft.com/office/drawing/2014/main" id="{DFA605D2-F657-4B1A-895E-09BF5F2A3B65}"/>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4302226F-D9D5-4ED4-8280-5A95D5D61DC0}"/>
              </a:ext>
            </a:extLst>
          </p:cNvPr>
          <p:cNvSpPr>
            <a:spLocks noGrp="1" noChangeArrowheads="1"/>
          </p:cNvSpPr>
          <p:nvPr>
            <p:ph type="body" idx="1"/>
          </p:nvPr>
        </p:nvSpPr>
        <p:spPr/>
        <p:txBody>
          <a:bodyPr/>
          <a:lstStyle/>
          <a:p>
            <a:endParaRPr lang="en-US" altLang="en-US" dirty="0"/>
          </a:p>
        </p:txBody>
      </p:sp>
    </p:spTree>
    <p:extLst>
      <p:ext uri="{BB962C8B-B14F-4D97-AF65-F5344CB8AC3E}">
        <p14:creationId xmlns:p14="http://schemas.microsoft.com/office/powerpoint/2010/main" val="70716040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a:extLst>
              <a:ext uri="{FF2B5EF4-FFF2-40B4-BE49-F238E27FC236}">
                <a16:creationId xmlns:a16="http://schemas.microsoft.com/office/drawing/2014/main" id="{C7E09E1C-40D2-46F9-9F20-07EA588B3A3A}"/>
              </a:ext>
            </a:extLst>
          </p:cNvPr>
          <p:cNvSpPr>
            <a:spLocks noGrp="1" noChangeArrowheads="1"/>
          </p:cNvSpPr>
          <p:nvPr>
            <p:ph type="sldNum" sz="quarter" idx="5"/>
          </p:nvPr>
        </p:nvSpPr>
        <p:spPr>
          <a:ln/>
        </p:spPr>
        <p:txBody>
          <a:bodyPr/>
          <a:lstStyle/>
          <a:p>
            <a:fld id="{0CE062E2-CA43-4035-9E13-AD9908C25B62}" type="slidenum">
              <a:rPr lang="en-US" altLang="en-US"/>
              <a:pPr/>
              <a:t>35</a:t>
            </a:fld>
            <a:endParaRPr lang="en-US" altLang="en-US"/>
          </a:p>
        </p:txBody>
      </p:sp>
      <p:sp>
        <p:nvSpPr>
          <p:cNvPr id="124930" name="Rectangle 2">
            <a:extLst>
              <a:ext uri="{FF2B5EF4-FFF2-40B4-BE49-F238E27FC236}">
                <a16:creationId xmlns:a16="http://schemas.microsoft.com/office/drawing/2014/main" id="{DFA605D2-F657-4B1A-895E-09BF5F2A3B65}"/>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4302226F-D9D5-4ED4-8280-5A95D5D61DC0}"/>
              </a:ext>
            </a:extLst>
          </p:cNvPr>
          <p:cNvSpPr>
            <a:spLocks noGrp="1" noChangeArrowheads="1"/>
          </p:cNvSpPr>
          <p:nvPr>
            <p:ph type="body" idx="1"/>
          </p:nvPr>
        </p:nvSpPr>
        <p:spPr/>
        <p:txBody>
          <a:bodyPr/>
          <a:lstStyle/>
          <a:p>
            <a:endParaRPr lang="en-US" altLang="en-US" dirty="0"/>
          </a:p>
        </p:txBody>
      </p:sp>
    </p:spTree>
    <p:extLst>
      <p:ext uri="{BB962C8B-B14F-4D97-AF65-F5344CB8AC3E}">
        <p14:creationId xmlns:p14="http://schemas.microsoft.com/office/powerpoint/2010/main" val="308438422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a:extLst>
              <a:ext uri="{FF2B5EF4-FFF2-40B4-BE49-F238E27FC236}">
                <a16:creationId xmlns:a16="http://schemas.microsoft.com/office/drawing/2014/main" id="{C7E09E1C-40D2-46F9-9F20-07EA588B3A3A}"/>
              </a:ext>
            </a:extLst>
          </p:cNvPr>
          <p:cNvSpPr>
            <a:spLocks noGrp="1" noChangeArrowheads="1"/>
          </p:cNvSpPr>
          <p:nvPr>
            <p:ph type="sldNum" sz="quarter" idx="5"/>
          </p:nvPr>
        </p:nvSpPr>
        <p:spPr>
          <a:ln/>
        </p:spPr>
        <p:txBody>
          <a:bodyPr/>
          <a:lstStyle/>
          <a:p>
            <a:fld id="{0CE062E2-CA43-4035-9E13-AD9908C25B62}" type="slidenum">
              <a:rPr lang="en-US" altLang="en-US"/>
              <a:pPr/>
              <a:t>36</a:t>
            </a:fld>
            <a:endParaRPr lang="en-US" altLang="en-US"/>
          </a:p>
        </p:txBody>
      </p:sp>
      <p:sp>
        <p:nvSpPr>
          <p:cNvPr id="124930" name="Rectangle 2">
            <a:extLst>
              <a:ext uri="{FF2B5EF4-FFF2-40B4-BE49-F238E27FC236}">
                <a16:creationId xmlns:a16="http://schemas.microsoft.com/office/drawing/2014/main" id="{DFA605D2-F657-4B1A-895E-09BF5F2A3B65}"/>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4302226F-D9D5-4ED4-8280-5A95D5D61DC0}"/>
              </a:ext>
            </a:extLst>
          </p:cNvPr>
          <p:cNvSpPr>
            <a:spLocks noGrp="1" noChangeArrowheads="1"/>
          </p:cNvSpPr>
          <p:nvPr>
            <p:ph type="body" idx="1"/>
          </p:nvPr>
        </p:nvSpPr>
        <p:spPr/>
        <p:txBody>
          <a:bodyPr/>
          <a:lstStyle/>
          <a:p>
            <a:endParaRPr lang="en-US" altLang="en-US" dirty="0"/>
          </a:p>
        </p:txBody>
      </p:sp>
    </p:spTree>
    <p:extLst>
      <p:ext uri="{BB962C8B-B14F-4D97-AF65-F5344CB8AC3E}">
        <p14:creationId xmlns:p14="http://schemas.microsoft.com/office/powerpoint/2010/main" val="385709609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a:extLst>
              <a:ext uri="{FF2B5EF4-FFF2-40B4-BE49-F238E27FC236}">
                <a16:creationId xmlns:a16="http://schemas.microsoft.com/office/drawing/2014/main" id="{C7E09E1C-40D2-46F9-9F20-07EA588B3A3A}"/>
              </a:ext>
            </a:extLst>
          </p:cNvPr>
          <p:cNvSpPr>
            <a:spLocks noGrp="1" noChangeArrowheads="1"/>
          </p:cNvSpPr>
          <p:nvPr>
            <p:ph type="sldNum" sz="quarter" idx="5"/>
          </p:nvPr>
        </p:nvSpPr>
        <p:spPr>
          <a:ln/>
        </p:spPr>
        <p:txBody>
          <a:bodyPr/>
          <a:lstStyle/>
          <a:p>
            <a:fld id="{0CE062E2-CA43-4035-9E13-AD9908C25B62}" type="slidenum">
              <a:rPr lang="en-US" altLang="en-US"/>
              <a:pPr/>
              <a:t>37</a:t>
            </a:fld>
            <a:endParaRPr lang="en-US" altLang="en-US"/>
          </a:p>
        </p:txBody>
      </p:sp>
      <p:sp>
        <p:nvSpPr>
          <p:cNvPr id="124930" name="Rectangle 2">
            <a:extLst>
              <a:ext uri="{FF2B5EF4-FFF2-40B4-BE49-F238E27FC236}">
                <a16:creationId xmlns:a16="http://schemas.microsoft.com/office/drawing/2014/main" id="{DFA605D2-F657-4B1A-895E-09BF5F2A3B65}"/>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4302226F-D9D5-4ED4-8280-5A95D5D61DC0}"/>
              </a:ext>
            </a:extLst>
          </p:cNvPr>
          <p:cNvSpPr>
            <a:spLocks noGrp="1" noChangeArrowheads="1"/>
          </p:cNvSpPr>
          <p:nvPr>
            <p:ph type="body" idx="1"/>
          </p:nvPr>
        </p:nvSpPr>
        <p:spPr/>
        <p:txBody>
          <a:bodyPr/>
          <a:lstStyle/>
          <a:p>
            <a:endParaRPr lang="en-US" altLang="en-US" dirty="0"/>
          </a:p>
        </p:txBody>
      </p:sp>
    </p:spTree>
    <p:extLst>
      <p:ext uri="{BB962C8B-B14F-4D97-AF65-F5344CB8AC3E}">
        <p14:creationId xmlns:p14="http://schemas.microsoft.com/office/powerpoint/2010/main" val="429217502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a:extLst>
              <a:ext uri="{FF2B5EF4-FFF2-40B4-BE49-F238E27FC236}">
                <a16:creationId xmlns:a16="http://schemas.microsoft.com/office/drawing/2014/main" id="{C7E09E1C-40D2-46F9-9F20-07EA588B3A3A}"/>
              </a:ext>
            </a:extLst>
          </p:cNvPr>
          <p:cNvSpPr>
            <a:spLocks noGrp="1" noChangeArrowheads="1"/>
          </p:cNvSpPr>
          <p:nvPr>
            <p:ph type="sldNum" sz="quarter" idx="5"/>
          </p:nvPr>
        </p:nvSpPr>
        <p:spPr>
          <a:ln/>
        </p:spPr>
        <p:txBody>
          <a:bodyPr/>
          <a:lstStyle/>
          <a:p>
            <a:fld id="{0CE062E2-CA43-4035-9E13-AD9908C25B62}" type="slidenum">
              <a:rPr lang="en-US" altLang="en-US"/>
              <a:pPr/>
              <a:t>38</a:t>
            </a:fld>
            <a:endParaRPr lang="en-US" altLang="en-US"/>
          </a:p>
        </p:txBody>
      </p:sp>
      <p:sp>
        <p:nvSpPr>
          <p:cNvPr id="124930" name="Rectangle 2">
            <a:extLst>
              <a:ext uri="{FF2B5EF4-FFF2-40B4-BE49-F238E27FC236}">
                <a16:creationId xmlns:a16="http://schemas.microsoft.com/office/drawing/2014/main" id="{DFA605D2-F657-4B1A-895E-09BF5F2A3B65}"/>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4302226F-D9D5-4ED4-8280-5A95D5D61DC0}"/>
              </a:ext>
            </a:extLst>
          </p:cNvPr>
          <p:cNvSpPr>
            <a:spLocks noGrp="1" noChangeArrowheads="1"/>
          </p:cNvSpPr>
          <p:nvPr>
            <p:ph type="body" idx="1"/>
          </p:nvPr>
        </p:nvSpPr>
        <p:spPr/>
        <p:txBody>
          <a:bodyPr/>
          <a:lstStyle/>
          <a:p>
            <a:endParaRPr lang="en-US" altLang="en-US" dirty="0"/>
          </a:p>
        </p:txBody>
      </p:sp>
    </p:spTree>
    <p:extLst>
      <p:ext uri="{BB962C8B-B14F-4D97-AF65-F5344CB8AC3E}">
        <p14:creationId xmlns:p14="http://schemas.microsoft.com/office/powerpoint/2010/main" val="1069578506"/>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844AE8-2829-0017-1935-5A0157DDC876}"/>
            </a:ext>
          </a:extLst>
        </p:cNvPr>
        <p:cNvGrpSpPr/>
        <p:nvPr/>
      </p:nvGrpSpPr>
      <p:grpSpPr>
        <a:xfrm>
          <a:off x="0" y="0"/>
          <a:ext cx="0" cy="0"/>
          <a:chOff x="0" y="0"/>
          <a:chExt cx="0" cy="0"/>
        </a:xfrm>
      </p:grpSpPr>
      <p:sp>
        <p:nvSpPr>
          <p:cNvPr id="7" name="Rectangle 5">
            <a:extLst>
              <a:ext uri="{FF2B5EF4-FFF2-40B4-BE49-F238E27FC236}">
                <a16:creationId xmlns:a16="http://schemas.microsoft.com/office/drawing/2014/main" id="{9146D608-1095-00ED-0EFB-62BA39B4F8B5}"/>
              </a:ext>
            </a:extLst>
          </p:cNvPr>
          <p:cNvSpPr>
            <a:spLocks noGrp="1" noChangeArrowheads="1"/>
          </p:cNvSpPr>
          <p:nvPr>
            <p:ph type="sldNum" sz="quarter" idx="5"/>
          </p:nvPr>
        </p:nvSpPr>
        <p:spPr>
          <a:ln/>
        </p:spPr>
        <p:txBody>
          <a:bodyPr/>
          <a:lstStyle/>
          <a:p>
            <a:fld id="{0CE062E2-CA43-4035-9E13-AD9908C25B62}" type="slidenum">
              <a:rPr lang="en-US" altLang="en-US"/>
              <a:pPr/>
              <a:t>39</a:t>
            </a:fld>
            <a:endParaRPr lang="en-US" altLang="en-US"/>
          </a:p>
        </p:txBody>
      </p:sp>
      <p:sp>
        <p:nvSpPr>
          <p:cNvPr id="124930" name="Rectangle 2">
            <a:extLst>
              <a:ext uri="{FF2B5EF4-FFF2-40B4-BE49-F238E27FC236}">
                <a16:creationId xmlns:a16="http://schemas.microsoft.com/office/drawing/2014/main" id="{ED358E7B-0615-3D0D-4D3A-0ADC553426F5}"/>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98BDBA97-F2AC-507A-C0BA-30486AE4FA46}"/>
              </a:ext>
            </a:extLst>
          </p:cNvPr>
          <p:cNvSpPr>
            <a:spLocks noGrp="1" noChangeArrowheads="1"/>
          </p:cNvSpPr>
          <p:nvPr>
            <p:ph type="body" idx="1"/>
          </p:nvPr>
        </p:nvSpPr>
        <p:spPr/>
        <p:txBody>
          <a:bodyPr/>
          <a:lstStyle/>
          <a:p>
            <a:endParaRPr lang="en-US" altLang="en-US" dirty="0"/>
          </a:p>
        </p:txBody>
      </p:sp>
    </p:spTree>
    <p:extLst>
      <p:ext uri="{BB962C8B-B14F-4D97-AF65-F5344CB8AC3E}">
        <p14:creationId xmlns:p14="http://schemas.microsoft.com/office/powerpoint/2010/main" val="103215524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F779C5-9C75-E49C-052E-FF4E0ABDA803}"/>
            </a:ext>
          </a:extLst>
        </p:cNvPr>
        <p:cNvGrpSpPr/>
        <p:nvPr/>
      </p:nvGrpSpPr>
      <p:grpSpPr>
        <a:xfrm>
          <a:off x="0" y="0"/>
          <a:ext cx="0" cy="0"/>
          <a:chOff x="0" y="0"/>
          <a:chExt cx="0" cy="0"/>
        </a:xfrm>
      </p:grpSpPr>
      <p:sp>
        <p:nvSpPr>
          <p:cNvPr id="7" name="Rectangle 5">
            <a:extLst>
              <a:ext uri="{FF2B5EF4-FFF2-40B4-BE49-F238E27FC236}">
                <a16:creationId xmlns:a16="http://schemas.microsoft.com/office/drawing/2014/main" id="{D24CEA20-D57E-E477-E672-CEDF0B9E597F}"/>
              </a:ext>
            </a:extLst>
          </p:cNvPr>
          <p:cNvSpPr>
            <a:spLocks noGrp="1" noChangeArrowheads="1"/>
          </p:cNvSpPr>
          <p:nvPr>
            <p:ph type="sldNum" sz="quarter" idx="5"/>
          </p:nvPr>
        </p:nvSpPr>
        <p:spPr>
          <a:ln/>
        </p:spPr>
        <p:txBody>
          <a:bodyPr/>
          <a:lstStyle/>
          <a:p>
            <a:fld id="{0CE062E2-CA43-4035-9E13-AD9908C25B62}" type="slidenum">
              <a:rPr lang="en-US" altLang="en-US"/>
              <a:pPr/>
              <a:t>40</a:t>
            </a:fld>
            <a:endParaRPr lang="en-US" altLang="en-US"/>
          </a:p>
        </p:txBody>
      </p:sp>
      <p:sp>
        <p:nvSpPr>
          <p:cNvPr id="124930" name="Rectangle 2">
            <a:extLst>
              <a:ext uri="{FF2B5EF4-FFF2-40B4-BE49-F238E27FC236}">
                <a16:creationId xmlns:a16="http://schemas.microsoft.com/office/drawing/2014/main" id="{1A9F2D85-B40E-A40F-CA85-86D195E103BE}"/>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465ECAB5-3C98-6AFC-919E-BC8B2A075454}"/>
              </a:ext>
            </a:extLst>
          </p:cNvPr>
          <p:cNvSpPr>
            <a:spLocks noGrp="1" noChangeArrowheads="1"/>
          </p:cNvSpPr>
          <p:nvPr>
            <p:ph type="body" idx="1"/>
          </p:nvPr>
        </p:nvSpPr>
        <p:spPr/>
        <p:txBody>
          <a:bodyPr/>
          <a:lstStyle/>
          <a:p>
            <a:endParaRPr lang="en-US" altLang="en-US" dirty="0"/>
          </a:p>
        </p:txBody>
      </p:sp>
    </p:spTree>
    <p:extLst>
      <p:ext uri="{BB962C8B-B14F-4D97-AF65-F5344CB8AC3E}">
        <p14:creationId xmlns:p14="http://schemas.microsoft.com/office/powerpoint/2010/main" val="236932316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3F8934-E9E6-BE68-17E2-5ECF2B30AF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97A901-580A-809E-2600-75DE448C50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9CA24F5-0854-09FC-A122-49057F371F50}"/>
              </a:ext>
            </a:extLst>
          </p:cNvPr>
          <p:cNvSpPr>
            <a:spLocks noGrp="1"/>
          </p:cNvSpPr>
          <p:nvPr>
            <p:ph type="body" idx="1"/>
          </p:nvPr>
        </p:nvSpPr>
        <p:spPr/>
        <p:txBody>
          <a:bodyPr/>
          <a:lstStyle/>
          <a:p>
            <a:r>
              <a:rPr lang="en-US" dirty="0"/>
              <a:t>These are the important geospatial skillsets for geospatial professionals. After this course, you will get some of this abilities. To get more advanced understanding and skillsets, I highly recommend to take advanced GIS and Cartography courses.</a:t>
            </a:r>
          </a:p>
          <a:p>
            <a:endParaRPr lang="en-US" baseline="0" dirty="0"/>
          </a:p>
          <a:p>
            <a:r>
              <a:rPr lang="en-US" baseline="0" dirty="0"/>
              <a:t>Since GIS is a fast growing field that relies heavily on technology. You will need to continue to develop your skillset throughout your professional career and you can check the professional associations.</a:t>
            </a:r>
          </a:p>
        </p:txBody>
      </p:sp>
      <p:sp>
        <p:nvSpPr>
          <p:cNvPr id="4" name="Slide Number Placeholder 3">
            <a:extLst>
              <a:ext uri="{FF2B5EF4-FFF2-40B4-BE49-F238E27FC236}">
                <a16:creationId xmlns:a16="http://schemas.microsoft.com/office/drawing/2014/main" id="{288C5904-1B01-9B9D-9BF7-A8A059F72814}"/>
              </a:ext>
            </a:extLst>
          </p:cNvPr>
          <p:cNvSpPr>
            <a:spLocks noGrp="1"/>
          </p:cNvSpPr>
          <p:nvPr>
            <p:ph type="sldNum" sz="quarter" idx="10"/>
          </p:nvPr>
        </p:nvSpPr>
        <p:spPr/>
        <p:txBody>
          <a:bodyPr/>
          <a:lstStyle/>
          <a:p>
            <a:fld id="{01F2A70B-78F2-4DCF-B53B-C990D2FAFB8A}" type="slidenum">
              <a:rPr lang="en-US" smtClean="0"/>
              <a:pPr/>
              <a:t>41</a:t>
            </a:fld>
            <a:endParaRPr lang="en-US"/>
          </a:p>
        </p:txBody>
      </p:sp>
    </p:spTree>
    <p:extLst>
      <p:ext uri="{BB962C8B-B14F-4D97-AF65-F5344CB8AC3E}">
        <p14:creationId xmlns:p14="http://schemas.microsoft.com/office/powerpoint/2010/main" val="349166791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6507943-197E-CE46-82F0-5A323A24AE7A}" type="slidenum">
              <a:rPr lang="en-US" smtClean="0"/>
              <a:pPr/>
              <a:t>43</a:t>
            </a:fld>
            <a:endParaRPr lang="en-US"/>
          </a:p>
        </p:txBody>
      </p:sp>
    </p:spTree>
    <p:extLst>
      <p:ext uri="{BB962C8B-B14F-4D97-AF65-F5344CB8AC3E}">
        <p14:creationId xmlns:p14="http://schemas.microsoft.com/office/powerpoint/2010/main" val="295600766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17220" y="1597820"/>
            <a:ext cx="6995160" cy="1102519"/>
          </a:xfrm>
        </p:spPr>
        <p:txBody>
          <a:bodyPr/>
          <a:lstStyle/>
          <a:p>
            <a:r>
              <a:rPr lang="en-US"/>
              <a:t>Click to edit Master title style</a:t>
            </a:r>
          </a:p>
        </p:txBody>
      </p:sp>
      <p:sp>
        <p:nvSpPr>
          <p:cNvPr id="3" name="Subtitle 2"/>
          <p:cNvSpPr>
            <a:spLocks noGrp="1"/>
          </p:cNvSpPr>
          <p:nvPr>
            <p:ph type="subTitle" idx="1"/>
          </p:nvPr>
        </p:nvSpPr>
        <p:spPr>
          <a:xfrm>
            <a:off x="1234440" y="2914650"/>
            <a:ext cx="5760720" cy="1314450"/>
          </a:xfrm>
        </p:spPr>
        <p:txBody>
          <a:bodyPr/>
          <a:lstStyle>
            <a:lvl1pPr marL="0" indent="0" algn="ctr">
              <a:buNone/>
              <a:defRPr>
                <a:solidFill>
                  <a:schemeClr val="tx1">
                    <a:tint val="75000"/>
                  </a:schemeClr>
                </a:solidFill>
              </a:defRPr>
            </a:lvl1pPr>
            <a:lvl2pPr marL="411480" indent="0" algn="ctr">
              <a:buNone/>
              <a:defRPr>
                <a:solidFill>
                  <a:schemeClr val="tx1">
                    <a:tint val="75000"/>
                  </a:schemeClr>
                </a:solidFill>
              </a:defRPr>
            </a:lvl2pPr>
            <a:lvl3pPr marL="822960" indent="0" algn="ctr">
              <a:buNone/>
              <a:defRPr>
                <a:solidFill>
                  <a:schemeClr val="tx1">
                    <a:tint val="75000"/>
                  </a:schemeClr>
                </a:solidFill>
              </a:defRPr>
            </a:lvl3pPr>
            <a:lvl4pPr marL="1234440" indent="0" algn="ctr">
              <a:buNone/>
              <a:defRPr>
                <a:solidFill>
                  <a:schemeClr val="tx1">
                    <a:tint val="75000"/>
                  </a:schemeClr>
                </a:solidFill>
              </a:defRPr>
            </a:lvl4pPr>
            <a:lvl5pPr marL="1645920" indent="0" algn="ctr">
              <a:buNone/>
              <a:defRPr>
                <a:solidFill>
                  <a:schemeClr val="tx1">
                    <a:tint val="75000"/>
                  </a:schemeClr>
                </a:solidFill>
              </a:defRPr>
            </a:lvl5pPr>
            <a:lvl6pPr marL="2057400" indent="0" algn="ctr">
              <a:buNone/>
              <a:defRPr>
                <a:solidFill>
                  <a:schemeClr val="tx1">
                    <a:tint val="75000"/>
                  </a:schemeClr>
                </a:solidFill>
              </a:defRPr>
            </a:lvl6pPr>
            <a:lvl7pPr marL="2468880" indent="0" algn="ctr">
              <a:buNone/>
              <a:defRPr>
                <a:solidFill>
                  <a:schemeClr val="tx1">
                    <a:tint val="75000"/>
                  </a:schemeClr>
                </a:solidFill>
              </a:defRPr>
            </a:lvl7pPr>
            <a:lvl8pPr marL="2880360" indent="0" algn="ctr">
              <a:buNone/>
              <a:defRPr>
                <a:solidFill>
                  <a:schemeClr val="tx1">
                    <a:tint val="75000"/>
                  </a:schemeClr>
                </a:solidFill>
              </a:defRPr>
            </a:lvl8pPr>
            <a:lvl9pPr marL="329184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D8F1507C-2F0D-4F75-9B7D-4C448FE09635}" type="datetime1">
              <a:rPr lang="en-US" smtClean="0"/>
              <a:t>8/24/2026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244591620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E111C7-ED65-4E53-B80F-8CA8B6C79B3E}" type="datetime1">
              <a:rPr lang="en-US" smtClean="0"/>
              <a:t>8/24/2026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22824698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50082" y="3305176"/>
            <a:ext cx="6995160" cy="1021556"/>
          </a:xfrm>
        </p:spPr>
        <p:txBody>
          <a:bodyPr anchor="t"/>
          <a:lstStyle>
            <a:lvl1pPr algn="l">
              <a:defRPr sz="3600" b="1" cap="all"/>
            </a:lvl1pPr>
          </a:lstStyle>
          <a:p>
            <a:r>
              <a:rPr lang="en-US"/>
              <a:t>Click to edit Master title style</a:t>
            </a:r>
          </a:p>
        </p:txBody>
      </p:sp>
      <p:sp>
        <p:nvSpPr>
          <p:cNvPr id="3" name="Text Placeholder 2"/>
          <p:cNvSpPr>
            <a:spLocks noGrp="1"/>
          </p:cNvSpPr>
          <p:nvPr>
            <p:ph type="body" idx="1"/>
          </p:nvPr>
        </p:nvSpPr>
        <p:spPr>
          <a:xfrm>
            <a:off x="650082" y="2180035"/>
            <a:ext cx="6995160" cy="1125140"/>
          </a:xfrm>
        </p:spPr>
        <p:txBody>
          <a:bodyPr anchor="b"/>
          <a:lstStyle>
            <a:lvl1pPr marL="0" indent="0">
              <a:buNone/>
              <a:defRPr sz="1800">
                <a:solidFill>
                  <a:schemeClr val="tx1">
                    <a:tint val="75000"/>
                  </a:schemeClr>
                </a:solidFill>
              </a:defRPr>
            </a:lvl1pPr>
            <a:lvl2pPr marL="411480" indent="0">
              <a:buNone/>
              <a:defRPr sz="1620">
                <a:solidFill>
                  <a:schemeClr val="tx1">
                    <a:tint val="75000"/>
                  </a:schemeClr>
                </a:solidFill>
              </a:defRPr>
            </a:lvl2pPr>
            <a:lvl3pPr marL="822960" indent="0">
              <a:buNone/>
              <a:defRPr sz="1440">
                <a:solidFill>
                  <a:schemeClr val="tx1">
                    <a:tint val="75000"/>
                  </a:schemeClr>
                </a:solidFill>
              </a:defRPr>
            </a:lvl3pPr>
            <a:lvl4pPr marL="1234440" indent="0">
              <a:buNone/>
              <a:defRPr sz="1260">
                <a:solidFill>
                  <a:schemeClr val="tx1">
                    <a:tint val="75000"/>
                  </a:schemeClr>
                </a:solidFill>
              </a:defRPr>
            </a:lvl4pPr>
            <a:lvl5pPr marL="1645920" indent="0">
              <a:buNone/>
              <a:defRPr sz="1260">
                <a:solidFill>
                  <a:schemeClr val="tx1">
                    <a:tint val="75000"/>
                  </a:schemeClr>
                </a:solidFill>
              </a:defRPr>
            </a:lvl5pPr>
            <a:lvl6pPr marL="2057400" indent="0">
              <a:buNone/>
              <a:defRPr sz="1260">
                <a:solidFill>
                  <a:schemeClr val="tx1">
                    <a:tint val="75000"/>
                  </a:schemeClr>
                </a:solidFill>
              </a:defRPr>
            </a:lvl6pPr>
            <a:lvl7pPr marL="2468880" indent="0">
              <a:buNone/>
              <a:defRPr sz="1260">
                <a:solidFill>
                  <a:schemeClr val="tx1">
                    <a:tint val="75000"/>
                  </a:schemeClr>
                </a:solidFill>
              </a:defRPr>
            </a:lvl7pPr>
            <a:lvl8pPr marL="2880360" indent="0">
              <a:buNone/>
              <a:defRPr sz="1260">
                <a:solidFill>
                  <a:schemeClr val="tx1">
                    <a:tint val="75000"/>
                  </a:schemeClr>
                </a:solidFill>
              </a:defRPr>
            </a:lvl8pPr>
            <a:lvl9pPr marL="3291840" indent="0">
              <a:buNone/>
              <a:defRPr sz="126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8DCB0F2-9BAE-4E63-A409-375B0BFF32B8}" type="datetime1">
              <a:rPr lang="en-US" smtClean="0"/>
              <a:t>8/24/2026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1041466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11480" y="1200151"/>
            <a:ext cx="3634740" cy="3394472"/>
          </a:xfrm>
        </p:spPr>
        <p:txBody>
          <a:bodyPr/>
          <a:lstStyle>
            <a:lvl1pPr>
              <a:defRPr sz="2520"/>
            </a:lvl1pPr>
            <a:lvl2pPr>
              <a:defRPr sz="2160"/>
            </a:lvl2pPr>
            <a:lvl3pPr>
              <a:defRPr sz="1800"/>
            </a:lvl3pPr>
            <a:lvl4pPr>
              <a:defRPr sz="1620"/>
            </a:lvl4pPr>
            <a:lvl5pPr>
              <a:defRPr sz="1620"/>
            </a:lvl5pPr>
            <a:lvl6pPr>
              <a:defRPr sz="1620"/>
            </a:lvl6pPr>
            <a:lvl7pPr>
              <a:defRPr sz="1620"/>
            </a:lvl7pPr>
            <a:lvl8pPr>
              <a:defRPr sz="1620"/>
            </a:lvl8pPr>
            <a:lvl9pPr>
              <a:defRPr sz="162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183380" y="1200151"/>
            <a:ext cx="3634740" cy="3394472"/>
          </a:xfrm>
        </p:spPr>
        <p:txBody>
          <a:bodyPr/>
          <a:lstStyle>
            <a:lvl1pPr>
              <a:defRPr sz="2520"/>
            </a:lvl1pPr>
            <a:lvl2pPr>
              <a:defRPr sz="2160"/>
            </a:lvl2pPr>
            <a:lvl3pPr>
              <a:defRPr sz="1800"/>
            </a:lvl3pPr>
            <a:lvl4pPr>
              <a:defRPr sz="1620"/>
            </a:lvl4pPr>
            <a:lvl5pPr>
              <a:defRPr sz="1620"/>
            </a:lvl5pPr>
            <a:lvl6pPr>
              <a:defRPr sz="1620"/>
            </a:lvl6pPr>
            <a:lvl7pPr>
              <a:defRPr sz="1620"/>
            </a:lvl7pPr>
            <a:lvl8pPr>
              <a:defRPr sz="1620"/>
            </a:lvl8pPr>
            <a:lvl9pPr>
              <a:defRPr sz="162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69176621-6F6F-4776-B637-21C81486B56C}" type="datetime1">
              <a:rPr lang="en-US" smtClean="0"/>
              <a:t>8/24/2026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40520448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11480" y="1151335"/>
            <a:ext cx="3636169" cy="479822"/>
          </a:xfrm>
        </p:spPr>
        <p:txBody>
          <a:bodyPr anchor="b"/>
          <a:lstStyle>
            <a:lvl1pPr marL="0" indent="0">
              <a:buNone/>
              <a:defRPr sz="2160" b="1"/>
            </a:lvl1pPr>
            <a:lvl2pPr marL="411480" indent="0">
              <a:buNone/>
              <a:defRPr sz="1800" b="1"/>
            </a:lvl2pPr>
            <a:lvl3pPr marL="822960" indent="0">
              <a:buNone/>
              <a:defRPr sz="1620" b="1"/>
            </a:lvl3pPr>
            <a:lvl4pPr marL="1234440" indent="0">
              <a:buNone/>
              <a:defRPr sz="1440" b="1"/>
            </a:lvl4pPr>
            <a:lvl5pPr marL="1645920" indent="0">
              <a:buNone/>
              <a:defRPr sz="1440" b="1"/>
            </a:lvl5pPr>
            <a:lvl6pPr marL="2057400" indent="0">
              <a:buNone/>
              <a:defRPr sz="1440" b="1"/>
            </a:lvl6pPr>
            <a:lvl7pPr marL="2468880" indent="0">
              <a:buNone/>
              <a:defRPr sz="1440" b="1"/>
            </a:lvl7pPr>
            <a:lvl8pPr marL="2880360" indent="0">
              <a:buNone/>
              <a:defRPr sz="1440" b="1"/>
            </a:lvl8pPr>
            <a:lvl9pPr marL="3291840" indent="0">
              <a:buNone/>
              <a:defRPr sz="1440" b="1"/>
            </a:lvl9pPr>
          </a:lstStyle>
          <a:p>
            <a:pPr lvl="0"/>
            <a:r>
              <a:rPr lang="en-US"/>
              <a:t>Click to edit Master text styles</a:t>
            </a:r>
          </a:p>
        </p:txBody>
      </p:sp>
      <p:sp>
        <p:nvSpPr>
          <p:cNvPr id="4" name="Content Placeholder 3"/>
          <p:cNvSpPr>
            <a:spLocks noGrp="1"/>
          </p:cNvSpPr>
          <p:nvPr>
            <p:ph sz="half" idx="2"/>
          </p:nvPr>
        </p:nvSpPr>
        <p:spPr>
          <a:xfrm>
            <a:off x="411480" y="1631156"/>
            <a:ext cx="3636169" cy="2963466"/>
          </a:xfrm>
        </p:spPr>
        <p:txBody>
          <a:bodyPr/>
          <a:lstStyle>
            <a:lvl1pPr>
              <a:defRPr sz="2160"/>
            </a:lvl1pPr>
            <a:lvl2pPr>
              <a:defRPr sz="1800"/>
            </a:lvl2pPr>
            <a:lvl3pPr>
              <a:defRPr sz="1620"/>
            </a:lvl3pPr>
            <a:lvl4pPr>
              <a:defRPr sz="1440"/>
            </a:lvl4pPr>
            <a:lvl5pPr>
              <a:defRPr sz="1440"/>
            </a:lvl5pPr>
            <a:lvl6pPr>
              <a:defRPr sz="1440"/>
            </a:lvl6pPr>
            <a:lvl7pPr>
              <a:defRPr sz="1440"/>
            </a:lvl7pPr>
            <a:lvl8pPr>
              <a:defRPr sz="1440"/>
            </a:lvl8pPr>
            <a:lvl9pPr>
              <a:defRPr sz="144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180524" y="1151335"/>
            <a:ext cx="3637598" cy="479822"/>
          </a:xfrm>
        </p:spPr>
        <p:txBody>
          <a:bodyPr anchor="b"/>
          <a:lstStyle>
            <a:lvl1pPr marL="0" indent="0">
              <a:buNone/>
              <a:defRPr sz="2160" b="1"/>
            </a:lvl1pPr>
            <a:lvl2pPr marL="411480" indent="0">
              <a:buNone/>
              <a:defRPr sz="1800" b="1"/>
            </a:lvl2pPr>
            <a:lvl3pPr marL="822960" indent="0">
              <a:buNone/>
              <a:defRPr sz="1620" b="1"/>
            </a:lvl3pPr>
            <a:lvl4pPr marL="1234440" indent="0">
              <a:buNone/>
              <a:defRPr sz="1440" b="1"/>
            </a:lvl4pPr>
            <a:lvl5pPr marL="1645920" indent="0">
              <a:buNone/>
              <a:defRPr sz="1440" b="1"/>
            </a:lvl5pPr>
            <a:lvl6pPr marL="2057400" indent="0">
              <a:buNone/>
              <a:defRPr sz="1440" b="1"/>
            </a:lvl6pPr>
            <a:lvl7pPr marL="2468880" indent="0">
              <a:buNone/>
              <a:defRPr sz="1440" b="1"/>
            </a:lvl7pPr>
            <a:lvl8pPr marL="2880360" indent="0">
              <a:buNone/>
              <a:defRPr sz="1440" b="1"/>
            </a:lvl8pPr>
            <a:lvl9pPr marL="3291840" indent="0">
              <a:buNone/>
              <a:defRPr sz="1440" b="1"/>
            </a:lvl9pPr>
          </a:lstStyle>
          <a:p>
            <a:pPr lvl="0"/>
            <a:r>
              <a:rPr lang="en-US"/>
              <a:t>Click to edit Master text styles</a:t>
            </a:r>
          </a:p>
        </p:txBody>
      </p:sp>
      <p:sp>
        <p:nvSpPr>
          <p:cNvPr id="6" name="Content Placeholder 5"/>
          <p:cNvSpPr>
            <a:spLocks noGrp="1"/>
          </p:cNvSpPr>
          <p:nvPr>
            <p:ph sz="quarter" idx="4"/>
          </p:nvPr>
        </p:nvSpPr>
        <p:spPr>
          <a:xfrm>
            <a:off x="4180524" y="1631156"/>
            <a:ext cx="3637598" cy="2963466"/>
          </a:xfrm>
        </p:spPr>
        <p:txBody>
          <a:bodyPr/>
          <a:lstStyle>
            <a:lvl1pPr>
              <a:defRPr sz="2160"/>
            </a:lvl1pPr>
            <a:lvl2pPr>
              <a:defRPr sz="1800"/>
            </a:lvl2pPr>
            <a:lvl3pPr>
              <a:defRPr sz="1620"/>
            </a:lvl3pPr>
            <a:lvl4pPr>
              <a:defRPr sz="1440"/>
            </a:lvl4pPr>
            <a:lvl5pPr>
              <a:defRPr sz="1440"/>
            </a:lvl5pPr>
            <a:lvl6pPr>
              <a:defRPr sz="1440"/>
            </a:lvl6pPr>
            <a:lvl7pPr>
              <a:defRPr sz="1440"/>
            </a:lvl7pPr>
            <a:lvl8pPr>
              <a:defRPr sz="1440"/>
            </a:lvl8pPr>
            <a:lvl9pPr>
              <a:defRPr sz="144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35E14FFB-FB97-4765-8A45-A97C9AA87258}" type="datetime1">
              <a:rPr lang="en-US" smtClean="0"/>
              <a:t>8/24/2026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173432976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BB069888-7A11-4CC1-9463-CAAC99F5B51F}" type="datetime1">
              <a:rPr lang="en-US" smtClean="0"/>
              <a:t>8/24/2026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257442943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AA26A76-1084-46C3-B347-3C4334278AC0}" type="datetime1">
              <a:rPr lang="en-US" smtClean="0"/>
              <a:t>8/24/2026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220483524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11481" y="204787"/>
            <a:ext cx="2707482" cy="871538"/>
          </a:xfrm>
        </p:spPr>
        <p:txBody>
          <a:bodyPr anchor="b"/>
          <a:lstStyle>
            <a:lvl1pPr algn="l">
              <a:defRPr sz="1800" b="1"/>
            </a:lvl1pPr>
          </a:lstStyle>
          <a:p>
            <a:r>
              <a:rPr lang="en-US"/>
              <a:t>Click to edit Master title style</a:t>
            </a:r>
          </a:p>
        </p:txBody>
      </p:sp>
      <p:sp>
        <p:nvSpPr>
          <p:cNvPr id="3" name="Content Placeholder 2"/>
          <p:cNvSpPr>
            <a:spLocks noGrp="1"/>
          </p:cNvSpPr>
          <p:nvPr>
            <p:ph idx="1"/>
          </p:nvPr>
        </p:nvSpPr>
        <p:spPr>
          <a:xfrm>
            <a:off x="3217545" y="204789"/>
            <a:ext cx="4600575" cy="4389835"/>
          </a:xfrm>
        </p:spPr>
        <p:txBody>
          <a:bodyPr/>
          <a:lstStyle>
            <a:lvl1pPr>
              <a:defRPr sz="2880"/>
            </a:lvl1pPr>
            <a:lvl2pPr>
              <a:defRPr sz="2520"/>
            </a:lvl2pPr>
            <a:lvl3pPr>
              <a:defRPr sz="216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11481" y="1076327"/>
            <a:ext cx="2707482" cy="3518297"/>
          </a:xfrm>
        </p:spPr>
        <p:txBody>
          <a:bodyPr/>
          <a:lstStyle>
            <a:lvl1pPr marL="0" indent="0">
              <a:buNone/>
              <a:defRPr sz="1260"/>
            </a:lvl1pPr>
            <a:lvl2pPr marL="411480" indent="0">
              <a:buNone/>
              <a:defRPr sz="1080"/>
            </a:lvl2pPr>
            <a:lvl3pPr marL="822960" indent="0">
              <a:buNone/>
              <a:defRPr sz="900"/>
            </a:lvl3pPr>
            <a:lvl4pPr marL="1234440" indent="0">
              <a:buNone/>
              <a:defRPr sz="810"/>
            </a:lvl4pPr>
            <a:lvl5pPr marL="1645920" indent="0">
              <a:buNone/>
              <a:defRPr sz="810"/>
            </a:lvl5pPr>
            <a:lvl6pPr marL="2057400" indent="0">
              <a:buNone/>
              <a:defRPr sz="810"/>
            </a:lvl6pPr>
            <a:lvl7pPr marL="2468880" indent="0">
              <a:buNone/>
              <a:defRPr sz="810"/>
            </a:lvl7pPr>
            <a:lvl8pPr marL="2880360" indent="0">
              <a:buNone/>
              <a:defRPr sz="810"/>
            </a:lvl8pPr>
            <a:lvl9pPr marL="3291840" indent="0">
              <a:buNone/>
              <a:defRPr sz="810"/>
            </a:lvl9pPr>
          </a:lstStyle>
          <a:p>
            <a:pPr lvl="0"/>
            <a:r>
              <a:rPr lang="en-US"/>
              <a:t>Click to edit Master text styles</a:t>
            </a:r>
          </a:p>
        </p:txBody>
      </p:sp>
      <p:sp>
        <p:nvSpPr>
          <p:cNvPr id="5" name="Date Placeholder 4"/>
          <p:cNvSpPr>
            <a:spLocks noGrp="1"/>
          </p:cNvSpPr>
          <p:nvPr>
            <p:ph type="dt" sz="half" idx="10"/>
          </p:nvPr>
        </p:nvSpPr>
        <p:spPr/>
        <p:txBody>
          <a:bodyPr/>
          <a:lstStyle/>
          <a:p>
            <a:fld id="{86D3EE98-9E63-4BB8-8C78-F9C786021DE1}" type="datetime1">
              <a:rPr lang="en-US" smtClean="0"/>
              <a:t>8/24/2026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36418473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613059" y="3600450"/>
            <a:ext cx="4937760" cy="425054"/>
          </a:xfrm>
        </p:spPr>
        <p:txBody>
          <a:bodyPr anchor="b"/>
          <a:lstStyle>
            <a:lvl1pPr algn="l">
              <a:defRPr sz="1800" b="1"/>
            </a:lvl1pPr>
          </a:lstStyle>
          <a:p>
            <a:r>
              <a:rPr lang="en-US"/>
              <a:t>Click to edit Master title style</a:t>
            </a:r>
          </a:p>
        </p:txBody>
      </p:sp>
      <p:sp>
        <p:nvSpPr>
          <p:cNvPr id="3" name="Picture Placeholder 2"/>
          <p:cNvSpPr>
            <a:spLocks noGrp="1"/>
          </p:cNvSpPr>
          <p:nvPr>
            <p:ph type="pic" idx="1"/>
          </p:nvPr>
        </p:nvSpPr>
        <p:spPr>
          <a:xfrm>
            <a:off x="1613059" y="459581"/>
            <a:ext cx="4937760" cy="3086100"/>
          </a:xfrm>
        </p:spPr>
        <p:txBody>
          <a:bodyPr/>
          <a:lstStyle>
            <a:lvl1pPr marL="0" indent="0">
              <a:buNone/>
              <a:defRPr sz="2880"/>
            </a:lvl1pPr>
            <a:lvl2pPr marL="411480" indent="0">
              <a:buNone/>
              <a:defRPr sz="2520"/>
            </a:lvl2pPr>
            <a:lvl3pPr marL="822960" indent="0">
              <a:buNone/>
              <a:defRPr sz="2160"/>
            </a:lvl3pPr>
            <a:lvl4pPr marL="1234440" indent="0">
              <a:buNone/>
              <a:defRPr sz="1800"/>
            </a:lvl4pPr>
            <a:lvl5pPr marL="1645920" indent="0">
              <a:buNone/>
              <a:defRPr sz="1800"/>
            </a:lvl5pPr>
            <a:lvl6pPr marL="2057400" indent="0">
              <a:buNone/>
              <a:defRPr sz="1800"/>
            </a:lvl6pPr>
            <a:lvl7pPr marL="2468880" indent="0">
              <a:buNone/>
              <a:defRPr sz="1800"/>
            </a:lvl7pPr>
            <a:lvl8pPr marL="2880360" indent="0">
              <a:buNone/>
              <a:defRPr sz="1800"/>
            </a:lvl8pPr>
            <a:lvl9pPr marL="3291840" indent="0">
              <a:buNone/>
              <a:defRPr sz="1800"/>
            </a:lvl9pPr>
          </a:lstStyle>
          <a:p>
            <a:endParaRPr lang="en-US"/>
          </a:p>
        </p:txBody>
      </p:sp>
      <p:sp>
        <p:nvSpPr>
          <p:cNvPr id="4" name="Text Placeholder 3"/>
          <p:cNvSpPr>
            <a:spLocks noGrp="1"/>
          </p:cNvSpPr>
          <p:nvPr>
            <p:ph type="body" sz="half" idx="2"/>
          </p:nvPr>
        </p:nvSpPr>
        <p:spPr>
          <a:xfrm>
            <a:off x="1613059" y="4025504"/>
            <a:ext cx="4937760" cy="603647"/>
          </a:xfrm>
        </p:spPr>
        <p:txBody>
          <a:bodyPr/>
          <a:lstStyle>
            <a:lvl1pPr marL="0" indent="0">
              <a:buNone/>
              <a:defRPr sz="1260"/>
            </a:lvl1pPr>
            <a:lvl2pPr marL="411480" indent="0">
              <a:buNone/>
              <a:defRPr sz="1080"/>
            </a:lvl2pPr>
            <a:lvl3pPr marL="822960" indent="0">
              <a:buNone/>
              <a:defRPr sz="900"/>
            </a:lvl3pPr>
            <a:lvl4pPr marL="1234440" indent="0">
              <a:buNone/>
              <a:defRPr sz="810"/>
            </a:lvl4pPr>
            <a:lvl5pPr marL="1645920" indent="0">
              <a:buNone/>
              <a:defRPr sz="810"/>
            </a:lvl5pPr>
            <a:lvl6pPr marL="2057400" indent="0">
              <a:buNone/>
              <a:defRPr sz="810"/>
            </a:lvl6pPr>
            <a:lvl7pPr marL="2468880" indent="0">
              <a:buNone/>
              <a:defRPr sz="810"/>
            </a:lvl7pPr>
            <a:lvl8pPr marL="2880360" indent="0">
              <a:buNone/>
              <a:defRPr sz="810"/>
            </a:lvl8pPr>
            <a:lvl9pPr marL="3291840" indent="0">
              <a:buNone/>
              <a:defRPr sz="810"/>
            </a:lvl9pPr>
          </a:lstStyle>
          <a:p>
            <a:pPr lvl="0"/>
            <a:r>
              <a:rPr lang="en-US"/>
              <a:t>Click to edit Master text styles</a:t>
            </a:r>
          </a:p>
        </p:txBody>
      </p:sp>
      <p:sp>
        <p:nvSpPr>
          <p:cNvPr id="5" name="Date Placeholder 4"/>
          <p:cNvSpPr>
            <a:spLocks noGrp="1"/>
          </p:cNvSpPr>
          <p:nvPr>
            <p:ph type="dt" sz="half" idx="10"/>
          </p:nvPr>
        </p:nvSpPr>
        <p:spPr/>
        <p:txBody>
          <a:bodyPr/>
          <a:lstStyle/>
          <a:p>
            <a:fld id="{04496308-FC49-4D56-ABFB-DC9D5E91A2D3}" type="datetime1">
              <a:rPr lang="en-US" smtClean="0"/>
              <a:t>8/24/2026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17603128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131AA7D-D89F-40B6-BD1D-249AE4BA94F4}" type="datetime1">
              <a:rPr lang="en-US" smtClean="0"/>
              <a:t>8/24/2026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55091097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5966460" y="205979"/>
            <a:ext cx="185166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11480" y="205979"/>
            <a:ext cx="541782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E84D98AC-730E-4A13-B964-894E9A6E7463}" type="datetime1">
              <a:rPr lang="en-US" smtClean="0"/>
              <a:t>8/24/2026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46459663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cSld name="1_Title and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baseline="0">
                <a:solidFill>
                  <a:schemeClr val="accent1"/>
                </a:solidFill>
              </a:defRPr>
            </a:lvl1pPr>
          </a:lstStyle>
          <a:p>
            <a:r>
              <a:rPr lang="en-US" dirty="0"/>
              <a:t>Use This For Two-Column Text Slides</a:t>
            </a:r>
          </a:p>
        </p:txBody>
      </p:sp>
      <p:sp>
        <p:nvSpPr>
          <p:cNvPr id="3" name="Content Placeholder 2"/>
          <p:cNvSpPr>
            <a:spLocks noGrp="1"/>
          </p:cNvSpPr>
          <p:nvPr>
            <p:ph idx="1" hasCustomPrompt="1"/>
          </p:nvPr>
        </p:nvSpPr>
        <p:spPr>
          <a:xfrm>
            <a:off x="411480" y="1226527"/>
            <a:ext cx="3429000" cy="3368096"/>
          </a:xfrm>
          <a:prstGeom prst="rect">
            <a:avLst/>
          </a:prstGeom>
        </p:spPr>
        <p:txBody>
          <a:bodyPr/>
          <a:lstStyle>
            <a:lvl1pPr marL="154305" indent="-154305">
              <a:buClr>
                <a:schemeClr val="accent1"/>
              </a:buClr>
              <a:buSzPct val="110000"/>
              <a:buFont typeface="Arial" pitchFamily="34" charset="0"/>
              <a:buChar char="•"/>
              <a:defRPr/>
            </a:lvl1pPr>
            <a:lvl2pPr marL="308610" indent="-154305">
              <a:buClr>
                <a:schemeClr val="accent1"/>
              </a:buClr>
              <a:buFont typeface="Arial" pitchFamily="34" charset="0"/>
              <a:buChar char="•"/>
              <a:defRPr sz="1620"/>
            </a:lvl2pPr>
            <a:lvl3pPr marL="462915" indent="-154305">
              <a:buClr>
                <a:schemeClr val="accent1"/>
              </a:buClr>
              <a:buSzPct val="110000"/>
              <a:buFont typeface="Arial" pitchFamily="34" charset="0"/>
              <a:buChar char="•"/>
              <a:defRPr sz="1485">
                <a:solidFill>
                  <a:schemeClr val="tx1">
                    <a:lumMod val="50000"/>
                    <a:lumOff val="50000"/>
                  </a:schemeClr>
                </a:solidFill>
              </a:defRPr>
            </a:lvl3pPr>
            <a:lvl4pPr>
              <a:buClr>
                <a:srgbClr val="CC3333"/>
              </a:buClr>
              <a:defRPr/>
            </a:lvl4pPr>
          </a:lstStyle>
          <a:p>
            <a:pPr lvl="0"/>
            <a:r>
              <a:rPr lang="en-US" dirty="0"/>
              <a:t>First level in sentence case</a:t>
            </a:r>
          </a:p>
          <a:p>
            <a:pPr lvl="1"/>
            <a:r>
              <a:rPr lang="en-US" dirty="0"/>
              <a:t>Second level</a:t>
            </a:r>
          </a:p>
          <a:p>
            <a:pPr lvl="2"/>
            <a:r>
              <a:rPr lang="en-US" dirty="0"/>
              <a:t>Third level</a:t>
            </a:r>
          </a:p>
        </p:txBody>
      </p:sp>
      <p:sp>
        <p:nvSpPr>
          <p:cNvPr id="5" name="Content Placeholder 2"/>
          <p:cNvSpPr>
            <a:spLocks noGrp="1"/>
          </p:cNvSpPr>
          <p:nvPr>
            <p:ph idx="11" hasCustomPrompt="1"/>
          </p:nvPr>
        </p:nvSpPr>
        <p:spPr>
          <a:xfrm>
            <a:off x="4335780" y="1226522"/>
            <a:ext cx="3429000" cy="3368096"/>
          </a:xfrm>
          <a:prstGeom prst="rect">
            <a:avLst/>
          </a:prstGeom>
        </p:spPr>
        <p:txBody>
          <a:bodyPr/>
          <a:lstStyle>
            <a:lvl1pPr marL="154305" indent="-154305">
              <a:buClr>
                <a:schemeClr val="accent1"/>
              </a:buClr>
              <a:buSzPct val="110000"/>
              <a:buFont typeface="Arial" pitchFamily="34" charset="0"/>
              <a:buChar char="•"/>
              <a:defRPr/>
            </a:lvl1pPr>
            <a:lvl2pPr marL="308610" indent="-154305">
              <a:buClr>
                <a:schemeClr val="accent1"/>
              </a:buClr>
              <a:buFont typeface="Arial" pitchFamily="34" charset="0"/>
              <a:buChar char="•"/>
              <a:defRPr sz="1620"/>
            </a:lvl2pPr>
            <a:lvl3pPr marL="468274" indent="-159664">
              <a:buClr>
                <a:schemeClr val="accent1"/>
              </a:buClr>
              <a:buSzPct val="110000"/>
              <a:buFont typeface="Arial" pitchFamily="34" charset="0"/>
              <a:buChar char="•"/>
              <a:defRPr sz="1485">
                <a:solidFill>
                  <a:schemeClr val="tx1">
                    <a:lumMod val="50000"/>
                    <a:lumOff val="50000"/>
                  </a:schemeClr>
                </a:solidFill>
              </a:defRPr>
            </a:lvl3pPr>
            <a:lvl4pPr>
              <a:buClr>
                <a:srgbClr val="CC3333"/>
              </a:buClr>
              <a:defRPr/>
            </a:lvl4pPr>
          </a:lstStyle>
          <a:p>
            <a:pPr lvl="0"/>
            <a:r>
              <a:rPr lang="en-US" dirty="0"/>
              <a:t>First level in sentence case</a:t>
            </a:r>
          </a:p>
          <a:p>
            <a:pPr lvl="1"/>
            <a:r>
              <a:rPr lang="en-US" dirty="0"/>
              <a:t>Second level</a:t>
            </a:r>
          </a:p>
          <a:p>
            <a:pPr lvl="2"/>
            <a:r>
              <a:rPr lang="en-US" dirty="0"/>
              <a:t>Third level</a:t>
            </a:r>
          </a:p>
        </p:txBody>
      </p:sp>
      <p:sp>
        <p:nvSpPr>
          <p:cNvPr id="6" name="Footer Placeholder 1"/>
          <p:cNvSpPr>
            <a:spLocks noGrp="1"/>
          </p:cNvSpPr>
          <p:nvPr>
            <p:ph type="ftr" sz="quarter" idx="3"/>
          </p:nvPr>
        </p:nvSpPr>
        <p:spPr>
          <a:xfrm>
            <a:off x="2824918" y="4778211"/>
            <a:ext cx="2606040" cy="273844"/>
          </a:xfrm>
          <a:prstGeom prst="rect">
            <a:avLst/>
          </a:prstGeom>
        </p:spPr>
        <p:txBody>
          <a:bodyPr vert="horz" lIns="0" tIns="0" rIns="0" bIns="0" rtlCol="0" anchor="ctr" anchorCtr="0"/>
          <a:lstStyle>
            <a:lvl1pPr algn="ctr">
              <a:defRPr sz="540">
                <a:solidFill>
                  <a:srgbClr val="FFFFFF"/>
                </a:solidFill>
                <a:latin typeface="Arila"/>
                <a:cs typeface="Arila"/>
              </a:defRPr>
            </a:lvl1pPr>
          </a:lstStyle>
          <a:p>
            <a:r>
              <a:rPr lang="en-US" dirty="0"/>
              <a:t>Presentation Title</a:t>
            </a:r>
          </a:p>
        </p:txBody>
      </p:sp>
      <p:sp>
        <p:nvSpPr>
          <p:cNvPr id="7" name="Date Placeholder 3"/>
          <p:cNvSpPr>
            <a:spLocks noGrp="1"/>
          </p:cNvSpPr>
          <p:nvPr>
            <p:ph type="dt" sz="half" idx="2"/>
          </p:nvPr>
        </p:nvSpPr>
        <p:spPr>
          <a:xfrm>
            <a:off x="424618" y="4778211"/>
            <a:ext cx="1920240" cy="273844"/>
          </a:xfrm>
          <a:prstGeom prst="rect">
            <a:avLst/>
          </a:prstGeom>
        </p:spPr>
        <p:txBody>
          <a:bodyPr vert="horz" lIns="0" tIns="0" rIns="0" bIns="0" rtlCol="0" anchor="ctr" anchorCtr="0"/>
          <a:lstStyle>
            <a:lvl1pPr algn="l">
              <a:defRPr sz="540">
                <a:solidFill>
                  <a:srgbClr val="FFFFFF"/>
                </a:solidFill>
                <a:latin typeface="Arial"/>
                <a:cs typeface="Arial"/>
              </a:defRPr>
            </a:lvl1pPr>
          </a:lstStyle>
          <a:p>
            <a:r>
              <a:rPr lang="en-US" dirty="0"/>
              <a:t>Date</a:t>
            </a:r>
          </a:p>
        </p:txBody>
      </p:sp>
      <p:sp>
        <p:nvSpPr>
          <p:cNvPr id="8" name="Slide Number Placeholder 7"/>
          <p:cNvSpPr>
            <a:spLocks noGrp="1"/>
          </p:cNvSpPr>
          <p:nvPr>
            <p:ph type="sldNum" sz="quarter" idx="4"/>
          </p:nvPr>
        </p:nvSpPr>
        <p:spPr>
          <a:xfrm>
            <a:off x="5911018" y="4778211"/>
            <a:ext cx="1920240" cy="273844"/>
          </a:xfrm>
          <a:prstGeom prst="rect">
            <a:avLst/>
          </a:prstGeom>
        </p:spPr>
        <p:txBody>
          <a:bodyPr vert="horz" lIns="0" tIns="0" rIns="0" bIns="0" rtlCol="0" anchor="ctr" anchorCtr="0"/>
          <a:lstStyle>
            <a:lvl1pPr algn="r">
              <a:defRPr sz="540">
                <a:solidFill>
                  <a:srgbClr val="FFFFFF"/>
                </a:solidFill>
                <a:latin typeface="Arial"/>
                <a:cs typeface="Arial"/>
              </a:defRPr>
            </a:lvl1pPr>
          </a:lstStyle>
          <a:p>
            <a:fld id="{9257DAD1-48AB-8A4C-A054-135C0212BAAD}" type="slidenum">
              <a:rPr lang="en-US" smtClean="0"/>
              <a:pPr/>
              <a:t>‹#›</a:t>
            </a:fld>
            <a:endParaRPr lang="en-US" dirty="0"/>
          </a:p>
        </p:txBody>
      </p:sp>
    </p:spTree>
    <p:extLst>
      <p:ext uri="{BB962C8B-B14F-4D97-AF65-F5344CB8AC3E}">
        <p14:creationId xmlns:p14="http://schemas.microsoft.com/office/powerpoint/2010/main" val="195522608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11480" y="205979"/>
            <a:ext cx="7406640" cy="85725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11480" y="1200151"/>
            <a:ext cx="7406640" cy="339447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11480" y="4767263"/>
            <a:ext cx="1920240" cy="273844"/>
          </a:xfrm>
          <a:prstGeom prst="rect">
            <a:avLst/>
          </a:prstGeom>
        </p:spPr>
        <p:txBody>
          <a:bodyPr vert="horz" lIns="91440" tIns="45720" rIns="91440" bIns="45720" rtlCol="0" anchor="ctr"/>
          <a:lstStyle>
            <a:lvl1pPr algn="l">
              <a:defRPr sz="1080">
                <a:solidFill>
                  <a:schemeClr val="tx1">
                    <a:tint val="75000"/>
                  </a:schemeClr>
                </a:solidFill>
              </a:defRPr>
            </a:lvl1pPr>
          </a:lstStyle>
          <a:p>
            <a:fld id="{EF804753-2193-4040-9F94-9C0F3F1303CA}" type="datetime1">
              <a:rPr lang="en-US" smtClean="0"/>
              <a:t>8/24/2026</a:t>
            </a:fld>
            <a:endParaRPr lang="en-US"/>
          </a:p>
        </p:txBody>
      </p:sp>
      <p:sp>
        <p:nvSpPr>
          <p:cNvPr id="5" name="Footer Placeholder 4"/>
          <p:cNvSpPr>
            <a:spLocks noGrp="1"/>
          </p:cNvSpPr>
          <p:nvPr>
            <p:ph type="ftr" sz="quarter" idx="3"/>
          </p:nvPr>
        </p:nvSpPr>
        <p:spPr>
          <a:xfrm>
            <a:off x="2811780" y="4767263"/>
            <a:ext cx="2606040" cy="273844"/>
          </a:xfrm>
          <a:prstGeom prst="rect">
            <a:avLst/>
          </a:prstGeom>
        </p:spPr>
        <p:txBody>
          <a:bodyPr vert="horz" lIns="91440" tIns="45720" rIns="91440" bIns="45720" rtlCol="0" anchor="ctr"/>
          <a:lstStyle>
            <a:lvl1pPr algn="ctr">
              <a:defRPr sz="108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5897880" y="4767263"/>
            <a:ext cx="1920240" cy="273844"/>
          </a:xfrm>
          <a:prstGeom prst="rect">
            <a:avLst/>
          </a:prstGeom>
        </p:spPr>
        <p:txBody>
          <a:bodyPr vert="horz" lIns="91440" tIns="45720" rIns="91440" bIns="45720" rtlCol="0" anchor="ctr"/>
          <a:lstStyle>
            <a:lvl1pPr algn="r">
              <a:defRPr sz="1080">
                <a:solidFill>
                  <a:schemeClr val="tx1">
                    <a:tint val="75000"/>
                  </a:schemeClr>
                </a:solidFill>
              </a:defRPr>
            </a:lvl1pPr>
          </a:lstStyle>
          <a:p>
            <a:fld id="{127DDC20-79C9-9647-820E-6D40A3D210C3}" type="slidenum">
              <a:rPr lang="en-US" smtClean="0"/>
              <a:pPr/>
              <a:t>‹#›</a:t>
            </a:fld>
            <a:endParaRPr lang="en-US"/>
          </a:p>
        </p:txBody>
      </p:sp>
    </p:spTree>
    <p:extLst>
      <p:ext uri="{BB962C8B-B14F-4D97-AF65-F5344CB8AC3E}">
        <p14:creationId xmlns:p14="http://schemas.microsoft.com/office/powerpoint/2010/main" val="142839407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11480" rtl="0" eaLnBrk="1" latinLnBrk="0" hangingPunct="1">
        <a:spcBef>
          <a:spcPct val="0"/>
        </a:spcBef>
        <a:buNone/>
        <a:defRPr sz="3960" kern="1200">
          <a:solidFill>
            <a:schemeClr val="tx1"/>
          </a:solidFill>
          <a:latin typeface="+mj-lt"/>
          <a:ea typeface="+mj-ea"/>
          <a:cs typeface="+mj-cs"/>
        </a:defRPr>
      </a:lvl1pPr>
    </p:titleStyle>
    <p:body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p:bodyStyle>
    <p:otherStyle>
      <a:defPPr>
        <a:defRPr lang="en-US"/>
      </a:defPPr>
      <a:lvl1pPr marL="0" algn="l" defTabSz="411480" rtl="0" eaLnBrk="1" latinLnBrk="0" hangingPunct="1">
        <a:defRPr sz="1620" kern="1200">
          <a:solidFill>
            <a:schemeClr val="tx1"/>
          </a:solidFill>
          <a:latin typeface="+mn-lt"/>
          <a:ea typeface="+mn-ea"/>
          <a:cs typeface="+mn-cs"/>
        </a:defRPr>
      </a:lvl1pPr>
      <a:lvl2pPr marL="411480" algn="l" defTabSz="411480" rtl="0" eaLnBrk="1" latinLnBrk="0" hangingPunct="1">
        <a:defRPr sz="1620" kern="1200">
          <a:solidFill>
            <a:schemeClr val="tx1"/>
          </a:solidFill>
          <a:latin typeface="+mn-lt"/>
          <a:ea typeface="+mn-ea"/>
          <a:cs typeface="+mn-cs"/>
        </a:defRPr>
      </a:lvl2pPr>
      <a:lvl3pPr marL="822960" algn="l" defTabSz="411480" rtl="0" eaLnBrk="1" latinLnBrk="0" hangingPunct="1">
        <a:defRPr sz="1620" kern="1200">
          <a:solidFill>
            <a:schemeClr val="tx1"/>
          </a:solidFill>
          <a:latin typeface="+mn-lt"/>
          <a:ea typeface="+mn-ea"/>
          <a:cs typeface="+mn-cs"/>
        </a:defRPr>
      </a:lvl3pPr>
      <a:lvl4pPr marL="1234440" algn="l" defTabSz="411480" rtl="0" eaLnBrk="1" latinLnBrk="0" hangingPunct="1">
        <a:defRPr sz="1620" kern="1200">
          <a:solidFill>
            <a:schemeClr val="tx1"/>
          </a:solidFill>
          <a:latin typeface="+mn-lt"/>
          <a:ea typeface="+mn-ea"/>
          <a:cs typeface="+mn-cs"/>
        </a:defRPr>
      </a:lvl4pPr>
      <a:lvl5pPr marL="1645920" algn="l" defTabSz="411480" rtl="0" eaLnBrk="1" latinLnBrk="0" hangingPunct="1">
        <a:defRPr sz="1620" kern="1200">
          <a:solidFill>
            <a:schemeClr val="tx1"/>
          </a:solidFill>
          <a:latin typeface="+mn-lt"/>
          <a:ea typeface="+mn-ea"/>
          <a:cs typeface="+mn-cs"/>
        </a:defRPr>
      </a:lvl5pPr>
      <a:lvl6pPr marL="2057400" algn="l" defTabSz="411480" rtl="0" eaLnBrk="1" latinLnBrk="0" hangingPunct="1">
        <a:defRPr sz="1620" kern="1200">
          <a:solidFill>
            <a:schemeClr val="tx1"/>
          </a:solidFill>
          <a:latin typeface="+mn-lt"/>
          <a:ea typeface="+mn-ea"/>
          <a:cs typeface="+mn-cs"/>
        </a:defRPr>
      </a:lvl6pPr>
      <a:lvl7pPr marL="2468880" algn="l" defTabSz="411480" rtl="0" eaLnBrk="1" latinLnBrk="0" hangingPunct="1">
        <a:defRPr sz="1620" kern="1200">
          <a:solidFill>
            <a:schemeClr val="tx1"/>
          </a:solidFill>
          <a:latin typeface="+mn-lt"/>
          <a:ea typeface="+mn-ea"/>
          <a:cs typeface="+mn-cs"/>
        </a:defRPr>
      </a:lvl7pPr>
      <a:lvl8pPr marL="2880360" algn="l" defTabSz="411480" rtl="0" eaLnBrk="1" latinLnBrk="0" hangingPunct="1">
        <a:defRPr sz="1620" kern="1200">
          <a:solidFill>
            <a:schemeClr val="tx1"/>
          </a:solidFill>
          <a:latin typeface="+mn-lt"/>
          <a:ea typeface="+mn-ea"/>
          <a:cs typeface="+mn-cs"/>
        </a:defRPr>
      </a:lvl8pPr>
      <a:lvl9pPr marL="3291840" algn="l" defTabSz="411480" rtl="0" eaLnBrk="1" latinLnBrk="0" hangingPunct="1">
        <a:defRPr sz="162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www.google.com/maps/d/edit?mid=10q8FOtqV2enxkcSktZagnJd4XzC2ZA0&amp;usp=sharing"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hyperlink" Target="https://gisynw.github.io/geog386/" TargetMode="External"/><Relationship Id="rId1" Type="http://schemas.openxmlformats.org/officeDocument/2006/relationships/slideLayout" Target="../slideLayouts/slideLayout12.xml"/><Relationship Id="rId5" Type="http://schemas.openxmlformats.org/officeDocument/2006/relationships/image" Target="../media/image4.png"/><Relationship Id="rId4" Type="http://schemas.openxmlformats.org/officeDocument/2006/relationships/hyperlink" Target="https://gisynw.github.io/ssj-376/" TargetMode="External"/></Relationships>
</file>

<file path=ppt/slides/_rels/slide5.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6.svg"/><Relationship Id="rId7" Type="http://schemas.openxmlformats.org/officeDocument/2006/relationships/hyperlink" Target="https://gisynw.github.io/ssj-30262/" TargetMode="External"/><Relationship Id="rId2" Type="http://schemas.openxmlformats.org/officeDocument/2006/relationships/image" Target="../media/image5.svg"/><Relationship Id="rId1" Type="http://schemas.openxmlformats.org/officeDocument/2006/relationships/slideLayout" Target="../slideLayouts/slideLayout12.xml"/><Relationship Id="rId6" Type="http://schemas.openxmlformats.org/officeDocument/2006/relationships/image" Target="../media/image8.svg"/><Relationship Id="rId5" Type="http://schemas.openxmlformats.org/officeDocument/2006/relationships/hyperlink" Target="https://gisynw.github.io/geog-247/" TargetMode="External"/><Relationship Id="rId4" Type="http://schemas.openxmlformats.org/officeDocument/2006/relationships/image" Target="../media/image7.svg"/></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hyperlink" Target="https://gisynw.github.io/GIS_I/" TargetMode="External"/><Relationship Id="rId1" Type="http://schemas.openxmlformats.org/officeDocument/2006/relationships/slideLayout" Target="../slideLayouts/slideLayout12.xml"/><Relationship Id="rId5" Type="http://schemas.openxmlformats.org/officeDocument/2006/relationships/image" Target="../media/image11.png"/><Relationship Id="rId4" Type="http://schemas.openxmlformats.org/officeDocument/2006/relationships/hyperlink" Target="https://gisynw.github.io/Field_Techniques/" TargetMode="External"/></Relationships>
</file>

<file path=ppt/slides/_rels/slide7.xml.rels><?xml version="1.0" encoding="UTF-8" standalone="yes"?>
<Relationships xmlns="http://schemas.openxmlformats.org/package/2006/relationships"><Relationship Id="rId3" Type="http://schemas.openxmlformats.org/officeDocument/2006/relationships/hyperlink" Target="https://www.mdpi.com/2078-2489/15/2/107" TargetMode="External"/><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8.xml.rels><?xml version="1.0" encoding="UTF-8" standalone="yes"?>
<Relationships xmlns="http://schemas.openxmlformats.org/package/2006/relationships"><Relationship Id="rId3" Type="http://schemas.openxmlformats.org/officeDocument/2006/relationships/hyperlink" Target="https://www.mdpi.com/2220-9964/13/3/81" TargetMode="External"/><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1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3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hyperlink" Target="https://uca.edu/geography/gis/" TargetMode="External"/><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3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3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35.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39.xml.rels><?xml version="1.0" encoding="UTF-8" standalone="yes"?>
<Relationships xmlns="http://schemas.openxmlformats.org/package/2006/relationships"><Relationship Id="rId3" Type="http://schemas.openxmlformats.org/officeDocument/2006/relationships/hyperlink" Target="https://2025-swaag-annual-meeting-nmsuges.hub.arcgis.com/" TargetMode="External"/><Relationship Id="rId2" Type="http://schemas.openxmlformats.org/officeDocument/2006/relationships/notesSlide" Target="../notesSlides/notesSlide36.xml"/><Relationship Id="rId1" Type="http://schemas.openxmlformats.org/officeDocument/2006/relationships/slideLayout" Target="../slideLayouts/slideLayout2.xml"/><Relationship Id="rId5" Type="http://schemas.openxmlformats.org/officeDocument/2006/relationships/image" Target="../media/image33.png"/><Relationship Id="rId4" Type="http://schemas.openxmlformats.org/officeDocument/2006/relationships/hyperlink" Target="https://gisynw.github.io/#presentations" TargetMode="External"/></Relationships>
</file>

<file path=ppt/slides/_rels/slide40.xml.rels><?xml version="1.0" encoding="UTF-8" standalone="yes"?>
<Relationships xmlns="http://schemas.openxmlformats.org/package/2006/relationships"><Relationship Id="rId3" Type="http://schemas.openxmlformats.org/officeDocument/2006/relationships/hyperlink" Target="https://www.aag.org/award-index/?view=aag-awards&amp;applicant_types=for-students-and-undergraduates" TargetMode="External"/><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41.xml.rels><?xml version="1.0" encoding="UTF-8" standalone="yes"?>
<Relationships xmlns="http://schemas.openxmlformats.org/package/2006/relationships"><Relationship Id="rId3" Type="http://schemas.openxmlformats.org/officeDocument/2006/relationships/hyperlink" Target="https://www.esri.com/en-us/about/careers/student-jobs#internship" TargetMode="External"/><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image" Target="../media/image35.png"/></Relationships>
</file>

<file path=ppt/slides/_rels/slide42.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hyperlink" Target="https://www.esri.com/en-us/arcgis/products/arcgis-storymaps/contest/overview" TargetMode="Externa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95091" y="158778"/>
            <a:ext cx="8001000" cy="1549772"/>
          </a:xfrm>
        </p:spPr>
        <p:txBody>
          <a:bodyPr>
            <a:normAutofit/>
          </a:bodyPr>
          <a:lstStyle/>
          <a:p>
            <a:r>
              <a:rPr lang="en-US" sz="3600" dirty="0"/>
              <a:t>GEOG 3319: </a:t>
            </a:r>
            <a:r>
              <a:rPr lang="en-US" dirty="0"/>
              <a:t>Geographic Field Techniques</a:t>
            </a:r>
            <a:endParaRPr lang="en-US" sz="3600" dirty="0"/>
          </a:p>
        </p:txBody>
      </p:sp>
      <p:sp>
        <p:nvSpPr>
          <p:cNvPr id="6" name="Subtitle 2"/>
          <p:cNvSpPr txBox="1">
            <a:spLocks/>
          </p:cNvSpPr>
          <p:nvPr/>
        </p:nvSpPr>
        <p:spPr>
          <a:xfrm>
            <a:off x="1257018" y="2763549"/>
            <a:ext cx="5760720" cy="1171497"/>
          </a:xfrm>
          <a:prstGeom prst="rect">
            <a:avLst/>
          </a:prstGeom>
        </p:spPr>
        <p:txBody>
          <a:bodyPr vert="horz" lIns="82296" tIns="41148" rIns="82296" bIns="41148" rtlCol="0">
            <a:normAutofit fontScale="25000" lnSpcReduction="20000"/>
          </a:bodyPr>
          <a:lstStyle>
            <a:lvl1pPr marL="0" indent="0" algn="ctr" defTabSz="457200" rtl="0" eaLnBrk="1" latinLnBrk="0" hangingPunct="1">
              <a:spcBef>
                <a:spcPct val="20000"/>
              </a:spcBef>
              <a:buFont typeface="Arial"/>
              <a:buNone/>
              <a:defRPr sz="3200" kern="1200">
                <a:solidFill>
                  <a:schemeClr val="tx1">
                    <a:tint val="75000"/>
                  </a:schemeClr>
                </a:solidFill>
                <a:latin typeface="+mn-lt"/>
                <a:ea typeface="+mn-ea"/>
                <a:cs typeface="+mn-cs"/>
              </a:defRPr>
            </a:lvl1pPr>
            <a:lvl2pPr marL="457200" indent="0" algn="ctr" defTabSz="457200" rtl="0" eaLnBrk="1" latinLnBrk="0" hangingPunct="1">
              <a:spcBef>
                <a:spcPct val="20000"/>
              </a:spcBef>
              <a:buFont typeface="Arial"/>
              <a:buNone/>
              <a:defRPr sz="2800" kern="1200">
                <a:solidFill>
                  <a:schemeClr val="tx1">
                    <a:tint val="75000"/>
                  </a:schemeClr>
                </a:solidFill>
                <a:latin typeface="+mn-lt"/>
                <a:ea typeface="+mn-ea"/>
                <a:cs typeface="+mn-cs"/>
              </a:defRPr>
            </a:lvl2pPr>
            <a:lvl3pPr marL="914400" indent="0" algn="ctr" defTabSz="457200" rtl="0" eaLnBrk="1" latinLnBrk="0" hangingPunct="1">
              <a:spcBef>
                <a:spcPct val="20000"/>
              </a:spcBef>
              <a:buFont typeface="Arial"/>
              <a:buNone/>
              <a:defRPr sz="2400" kern="1200">
                <a:solidFill>
                  <a:schemeClr val="tx1">
                    <a:tint val="75000"/>
                  </a:schemeClr>
                </a:solidFill>
                <a:latin typeface="+mn-lt"/>
                <a:ea typeface="+mn-ea"/>
                <a:cs typeface="+mn-cs"/>
              </a:defRPr>
            </a:lvl3pPr>
            <a:lvl4pPr marL="1371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4pPr>
            <a:lvl5pPr marL="18288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5pPr>
            <a:lvl6pPr marL="22860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6pPr>
            <a:lvl7pPr marL="27432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7pPr>
            <a:lvl8pPr marL="32004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8pPr>
            <a:lvl9pPr marL="3657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9pPr>
          </a:lstStyle>
          <a:p>
            <a:r>
              <a:rPr lang="en-US" sz="8000" dirty="0">
                <a:solidFill>
                  <a:schemeClr val="tx1"/>
                </a:solidFill>
              </a:rPr>
              <a:t>Yanan Wu, PhD</a:t>
            </a:r>
          </a:p>
          <a:p>
            <a:r>
              <a:rPr lang="en-US" sz="8000" dirty="0">
                <a:solidFill>
                  <a:schemeClr val="tx1"/>
                </a:solidFill>
              </a:rPr>
              <a:t>Assistant Professor</a:t>
            </a:r>
          </a:p>
          <a:p>
            <a:r>
              <a:rPr lang="en-US" sz="8000" dirty="0">
                <a:solidFill>
                  <a:schemeClr val="tx1"/>
                </a:solidFill>
              </a:rPr>
              <a:t>Department of Geography</a:t>
            </a:r>
          </a:p>
          <a:p>
            <a:endParaRPr lang="en-US" sz="2880" dirty="0"/>
          </a:p>
        </p:txBody>
      </p:sp>
      <p:cxnSp>
        <p:nvCxnSpPr>
          <p:cNvPr id="15" name="Straight Connector 14"/>
          <p:cNvCxnSpPr/>
          <p:nvPr/>
        </p:nvCxnSpPr>
        <p:spPr>
          <a:xfrm>
            <a:off x="152400" y="4182575"/>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12" name="矩形 11"/>
          <p:cNvSpPr/>
          <p:nvPr/>
        </p:nvSpPr>
        <p:spPr>
          <a:xfrm>
            <a:off x="2072922" y="4416072"/>
            <a:ext cx="279753" cy="481132"/>
          </a:xfrm>
          <a:prstGeom prst="rect">
            <a:avLst/>
          </a:prstGeom>
          <a:solidFill>
            <a:schemeClr val="bg1"/>
          </a:solidFill>
          <a:ln>
            <a:solidFill>
              <a:schemeClr val="bg1"/>
            </a:solidFill>
          </a:ln>
        </p:spPr>
        <p:style>
          <a:lnRef idx="2">
            <a:schemeClr val="accent1"/>
          </a:lnRef>
          <a:fillRef idx="1">
            <a:schemeClr val="lt1"/>
          </a:fillRef>
          <a:effectRef idx="0">
            <a:schemeClr val="accent1"/>
          </a:effectRef>
          <a:fontRef idx="minor">
            <a:schemeClr val="dk1"/>
          </a:fontRef>
        </p:style>
        <p:txBody>
          <a:bodyPr rtlCol="0" anchor="ctr"/>
          <a:lstStyle/>
          <a:p>
            <a:pPr algn="ctr"/>
            <a:endParaRPr lang="en-US"/>
          </a:p>
        </p:txBody>
      </p:sp>
      <p:sp>
        <p:nvSpPr>
          <p:cNvPr id="4" name="TextBox 3">
            <a:extLst>
              <a:ext uri="{FF2B5EF4-FFF2-40B4-BE49-F238E27FC236}">
                <a16:creationId xmlns:a16="http://schemas.microsoft.com/office/drawing/2014/main" id="{9C8852E4-0F7F-41A7-9B32-F40B4D3A753B}"/>
              </a:ext>
            </a:extLst>
          </p:cNvPr>
          <p:cNvSpPr txBox="1"/>
          <p:nvPr/>
        </p:nvSpPr>
        <p:spPr>
          <a:xfrm>
            <a:off x="-1" y="1708550"/>
            <a:ext cx="8196091" cy="646331"/>
          </a:xfrm>
          <a:prstGeom prst="rect">
            <a:avLst/>
          </a:prstGeom>
          <a:noFill/>
        </p:spPr>
        <p:txBody>
          <a:bodyPr wrap="square" rtlCol="0">
            <a:spAutoFit/>
          </a:bodyPr>
          <a:lstStyle/>
          <a:p>
            <a:pPr algn="ctr"/>
            <a:r>
              <a:rPr lang="en-US" sz="3600" dirty="0"/>
              <a:t>Lecture 01 Introduction</a:t>
            </a:r>
          </a:p>
        </p:txBody>
      </p:sp>
      <p:pic>
        <p:nvPicPr>
          <p:cNvPr id="13" name="Picture 12" descr="Geography logo">
            <a:extLst>
              <a:ext uri="{FF2B5EF4-FFF2-40B4-BE49-F238E27FC236}">
                <a16:creationId xmlns:a16="http://schemas.microsoft.com/office/drawing/2014/main" id="{AE401581-7A56-448D-8256-F61D9515AE30}"/>
              </a:ext>
            </a:extLst>
          </p:cNvPr>
          <p:cNvPicPr/>
          <p:nvPr/>
        </p:nvPicPr>
        <p:blipFill>
          <a:blip r:embed="rId3"/>
          <a:stretch>
            <a:fillRect/>
          </a:stretch>
        </p:blipFill>
        <p:spPr>
          <a:xfrm>
            <a:off x="152400" y="4275667"/>
            <a:ext cx="5915025" cy="758190"/>
          </a:xfrm>
          <a:prstGeom prst="rect">
            <a:avLst/>
          </a:prstGeom>
        </p:spPr>
      </p:pic>
    </p:spTree>
    <p:extLst>
      <p:ext uri="{BB962C8B-B14F-4D97-AF65-F5344CB8AC3E}">
        <p14:creationId xmlns:p14="http://schemas.microsoft.com/office/powerpoint/2010/main" val="234921933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3" name="Rectangle 1027">
            <a:extLst>
              <a:ext uri="{FF2B5EF4-FFF2-40B4-BE49-F238E27FC236}">
                <a16:creationId xmlns:a16="http://schemas.microsoft.com/office/drawing/2014/main" id="{F91C3C4F-AFA8-48B3-AF1A-33AC2E596FD4}"/>
              </a:ext>
            </a:extLst>
          </p:cNvPr>
          <p:cNvSpPr>
            <a:spLocks noGrp="1" noChangeArrowheads="1"/>
          </p:cNvSpPr>
          <p:nvPr>
            <p:ph type="body" idx="1"/>
          </p:nvPr>
        </p:nvSpPr>
        <p:spPr>
          <a:xfrm>
            <a:off x="302741" y="1029962"/>
            <a:ext cx="7679724" cy="3886200"/>
          </a:xfrm>
        </p:spPr>
        <p:txBody>
          <a:bodyPr>
            <a:normAutofit/>
          </a:bodyPr>
          <a:lstStyle/>
          <a:p>
            <a:pPr>
              <a:buFont typeface="Courier New" panose="02070309020205020404" pitchFamily="49" charset="0"/>
              <a:buChar char="o"/>
            </a:pPr>
            <a:r>
              <a:rPr lang="en-US" altLang="en-US" sz="2600" dirty="0"/>
              <a:t>Introduction</a:t>
            </a:r>
          </a:p>
          <a:p>
            <a:pPr lvl="1">
              <a:buFont typeface="Wingdings" panose="05000000000000000000" pitchFamily="2" charset="2"/>
              <a:buChar char="ü"/>
            </a:pPr>
            <a:r>
              <a:rPr lang="en-US" altLang="en-US" dirty="0"/>
              <a:t>Who am I?</a:t>
            </a:r>
            <a:endParaRPr lang="en-US" altLang="en-US" sz="2160" dirty="0"/>
          </a:p>
          <a:p>
            <a:pPr lvl="1">
              <a:buFont typeface="Wingdings" panose="05000000000000000000" pitchFamily="2" charset="2"/>
              <a:buChar char="ü"/>
            </a:pPr>
            <a:r>
              <a:rPr lang="en-US" altLang="en-US" dirty="0"/>
              <a:t>Who you are?</a:t>
            </a:r>
          </a:p>
          <a:p>
            <a:pPr>
              <a:buFont typeface="Courier New" panose="02070309020205020404" pitchFamily="49" charset="0"/>
              <a:buChar char="o"/>
            </a:pPr>
            <a:r>
              <a:rPr lang="en-US" altLang="en-US" sz="2600" dirty="0"/>
              <a:t>Course overview and expectations</a:t>
            </a:r>
          </a:p>
          <a:p>
            <a:pPr lvl="1">
              <a:buFont typeface="Wingdings" panose="05000000000000000000" pitchFamily="2" charset="2"/>
              <a:buChar char="ü"/>
            </a:pPr>
            <a:r>
              <a:rPr lang="en-US" altLang="en-US" dirty="0"/>
              <a:t>Syllabus</a:t>
            </a:r>
          </a:p>
          <a:p>
            <a:pPr>
              <a:buFont typeface="Courier New" panose="02070309020205020404" pitchFamily="49" charset="0"/>
              <a:buChar char="o"/>
            </a:pPr>
            <a:r>
              <a:rPr lang="en-US" altLang="en-US" sz="2600" dirty="0"/>
              <a:t>Software</a:t>
            </a:r>
          </a:p>
          <a:p>
            <a:pPr lvl="1">
              <a:buFont typeface="Wingdings" panose="05000000000000000000" pitchFamily="2" charset="2"/>
              <a:buChar char="ü"/>
            </a:pPr>
            <a:r>
              <a:rPr lang="en-US" altLang="en-US" sz="2600" dirty="0"/>
              <a:t>ArcGIS Pro</a:t>
            </a:r>
          </a:p>
          <a:p>
            <a:pPr marL="0" indent="0">
              <a:buNone/>
            </a:pPr>
            <a:endParaRPr lang="en-US" altLang="en-US" sz="2600" dirty="0">
              <a:solidFill>
                <a:schemeClr val="tx1">
                  <a:lumMod val="95000"/>
                  <a:lumOff val="5000"/>
                </a:schemeClr>
              </a:solidFill>
            </a:endParaRPr>
          </a:p>
        </p:txBody>
      </p:sp>
      <p:cxnSp>
        <p:nvCxnSpPr>
          <p:cNvPr id="4" name="Straight Connector 3">
            <a:extLst>
              <a:ext uri="{FF2B5EF4-FFF2-40B4-BE49-F238E27FC236}">
                <a16:creationId xmlns:a16="http://schemas.microsoft.com/office/drawing/2014/main" id="{D4EB9696-B2DB-43F4-B52A-F64A3152234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9D7B9A9B-3B1A-4D8A-8275-AAA1205C7D4E}"/>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Overview</a:t>
            </a:r>
            <a:endParaRPr lang="en-US" sz="2600" i="1" dirty="0">
              <a:solidFill>
                <a:srgbClr val="7030A0"/>
              </a:solidFill>
            </a:endParaRPr>
          </a:p>
        </p:txBody>
      </p:sp>
      <p:sp>
        <p:nvSpPr>
          <p:cNvPr id="2" name="Slide Number Placeholder 1">
            <a:extLst>
              <a:ext uri="{FF2B5EF4-FFF2-40B4-BE49-F238E27FC236}">
                <a16:creationId xmlns:a16="http://schemas.microsoft.com/office/drawing/2014/main" id="{6EDBF9BC-B3FC-4D00-B7E0-B2749A88364A}"/>
              </a:ext>
            </a:extLst>
          </p:cNvPr>
          <p:cNvSpPr>
            <a:spLocks noGrp="1"/>
          </p:cNvSpPr>
          <p:nvPr>
            <p:ph type="sldNum" sz="quarter" idx="12"/>
          </p:nvPr>
        </p:nvSpPr>
        <p:spPr/>
        <p:txBody>
          <a:bodyPr/>
          <a:lstStyle/>
          <a:p>
            <a:fld id="{127DDC20-79C9-9647-820E-6D40A3D210C3}" type="slidenum">
              <a:rPr lang="en-US" smtClean="0"/>
              <a:pPr/>
              <a:t>2</a:t>
            </a:fld>
            <a:endParaRPr lang="en-US"/>
          </a:p>
        </p:txBody>
      </p:sp>
    </p:spTree>
    <p:extLst>
      <p:ext uri="{BB962C8B-B14F-4D97-AF65-F5344CB8AC3E}">
        <p14:creationId xmlns:p14="http://schemas.microsoft.com/office/powerpoint/2010/main" val="103251148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D4EB9696-B2DB-43F4-B52A-F64A3152234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9D7B9A9B-3B1A-4D8A-8275-AAA1205C7D4E}"/>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Who am I?</a:t>
            </a:r>
          </a:p>
        </p:txBody>
      </p:sp>
      <p:sp>
        <p:nvSpPr>
          <p:cNvPr id="2" name="Slide Number Placeholder 1">
            <a:extLst>
              <a:ext uri="{FF2B5EF4-FFF2-40B4-BE49-F238E27FC236}">
                <a16:creationId xmlns:a16="http://schemas.microsoft.com/office/drawing/2014/main" id="{6EDBF9BC-B3FC-4D00-B7E0-B2749A88364A}"/>
              </a:ext>
            </a:extLst>
          </p:cNvPr>
          <p:cNvSpPr>
            <a:spLocks noGrp="1"/>
          </p:cNvSpPr>
          <p:nvPr>
            <p:ph type="sldNum" sz="quarter" idx="12"/>
          </p:nvPr>
        </p:nvSpPr>
        <p:spPr/>
        <p:txBody>
          <a:bodyPr/>
          <a:lstStyle/>
          <a:p>
            <a:fld id="{127DDC20-79C9-9647-820E-6D40A3D210C3}" type="slidenum">
              <a:rPr lang="en-US" smtClean="0"/>
              <a:pPr/>
              <a:t>3</a:t>
            </a:fld>
            <a:endParaRPr lang="en-US"/>
          </a:p>
        </p:txBody>
      </p:sp>
      <p:pic>
        <p:nvPicPr>
          <p:cNvPr id="3" name="Picture 2">
            <a:hlinkClick r:id="rId3"/>
            <a:extLst>
              <a:ext uri="{FF2B5EF4-FFF2-40B4-BE49-F238E27FC236}">
                <a16:creationId xmlns:a16="http://schemas.microsoft.com/office/drawing/2014/main" id="{FE608D70-D581-D24A-1C70-9314919C8A41}"/>
              </a:ext>
            </a:extLst>
          </p:cNvPr>
          <p:cNvPicPr>
            <a:picLocks noChangeAspect="1"/>
          </p:cNvPicPr>
          <p:nvPr/>
        </p:nvPicPr>
        <p:blipFill>
          <a:blip r:embed="rId4"/>
          <a:stretch>
            <a:fillRect/>
          </a:stretch>
        </p:blipFill>
        <p:spPr>
          <a:xfrm>
            <a:off x="740498" y="1166113"/>
            <a:ext cx="7217433" cy="3357948"/>
          </a:xfrm>
          <a:prstGeom prst="rect">
            <a:avLst/>
          </a:prstGeom>
        </p:spPr>
      </p:pic>
    </p:spTree>
    <p:extLst>
      <p:ext uri="{BB962C8B-B14F-4D97-AF65-F5344CB8AC3E}">
        <p14:creationId xmlns:p14="http://schemas.microsoft.com/office/powerpoint/2010/main" val="15824704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6116C6-1FDC-A669-6105-F66821292E2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A123DBE-2620-7967-9C81-A0D46E27F06A}"/>
              </a:ext>
            </a:extLst>
          </p:cNvPr>
          <p:cNvSpPr>
            <a:spLocks noGrp="1"/>
          </p:cNvSpPr>
          <p:nvPr>
            <p:ph type="title"/>
          </p:nvPr>
        </p:nvSpPr>
        <p:spPr>
          <a:xfrm>
            <a:off x="0" y="46684"/>
            <a:ext cx="4114800" cy="647486"/>
          </a:xfrm>
        </p:spPr>
        <p:txBody>
          <a:bodyPr>
            <a:normAutofit fontScale="90000"/>
          </a:bodyPr>
          <a:lstStyle/>
          <a:p>
            <a:r>
              <a:rPr lang="en-US" sz="3200" dirty="0">
                <a:solidFill>
                  <a:srgbClr val="7030A0"/>
                </a:solidFill>
              </a:rPr>
              <a:t>Past Teaching Experience</a:t>
            </a:r>
          </a:p>
        </p:txBody>
      </p:sp>
      <p:sp>
        <p:nvSpPr>
          <p:cNvPr id="5" name="Slide Number Placeholder 4">
            <a:extLst>
              <a:ext uri="{FF2B5EF4-FFF2-40B4-BE49-F238E27FC236}">
                <a16:creationId xmlns:a16="http://schemas.microsoft.com/office/drawing/2014/main" id="{8A366D37-09FA-CBEB-CAC3-8A6BA1051107}"/>
              </a:ext>
            </a:extLst>
          </p:cNvPr>
          <p:cNvSpPr>
            <a:spLocks noGrp="1"/>
          </p:cNvSpPr>
          <p:nvPr>
            <p:ph type="sldNum" sz="quarter" idx="4"/>
          </p:nvPr>
        </p:nvSpPr>
        <p:spPr/>
        <p:txBody>
          <a:bodyPr/>
          <a:lstStyle/>
          <a:p>
            <a:fld id="{9257DAD1-48AB-8A4C-A054-135C0212BAAD}" type="slidenum">
              <a:rPr lang="en-US" smtClean="0"/>
              <a:pPr/>
              <a:t>4</a:t>
            </a:fld>
            <a:endParaRPr lang="en-US" dirty="0"/>
          </a:p>
        </p:txBody>
      </p:sp>
      <p:grpSp>
        <p:nvGrpSpPr>
          <p:cNvPr id="3" name="Group 2">
            <a:extLst>
              <a:ext uri="{FF2B5EF4-FFF2-40B4-BE49-F238E27FC236}">
                <a16:creationId xmlns:a16="http://schemas.microsoft.com/office/drawing/2014/main" id="{6764F40D-1305-58D7-D448-413997826CE9}"/>
              </a:ext>
            </a:extLst>
          </p:cNvPr>
          <p:cNvGrpSpPr/>
          <p:nvPr/>
        </p:nvGrpSpPr>
        <p:grpSpPr>
          <a:xfrm>
            <a:off x="480029" y="1102255"/>
            <a:ext cx="3998098" cy="3823009"/>
            <a:chOff x="1083112" y="1003039"/>
            <a:chExt cx="3383819" cy="3401059"/>
          </a:xfrm>
        </p:grpSpPr>
        <p:pic>
          <p:nvPicPr>
            <p:cNvPr id="83" name="Picture 82" descr="A cartoon snake with a speech bubble&#10;&#10;Description automatically generated">
              <a:hlinkClick r:id="rId2"/>
              <a:extLst>
                <a:ext uri="{FF2B5EF4-FFF2-40B4-BE49-F238E27FC236}">
                  <a16:creationId xmlns:a16="http://schemas.microsoft.com/office/drawing/2014/main" id="{99AA12A9-56FF-8781-BD15-BF4CD8534395}"/>
                </a:ext>
              </a:extLst>
            </p:cNvPr>
            <p:cNvPicPr>
              <a:picLocks noChangeAspect="1"/>
            </p:cNvPicPr>
            <p:nvPr/>
          </p:nvPicPr>
          <p:blipFill>
            <a:blip r:embed="rId3"/>
            <a:stretch>
              <a:fillRect/>
            </a:stretch>
          </p:blipFill>
          <p:spPr>
            <a:xfrm>
              <a:off x="1859215" y="1491005"/>
              <a:ext cx="1780093" cy="1244961"/>
            </a:xfrm>
            <a:prstGeom prst="rect">
              <a:avLst/>
            </a:prstGeom>
          </p:spPr>
        </p:pic>
        <p:sp>
          <p:nvSpPr>
            <p:cNvPr id="225" name="TextBox 224">
              <a:extLst>
                <a:ext uri="{FF2B5EF4-FFF2-40B4-BE49-F238E27FC236}">
                  <a16:creationId xmlns:a16="http://schemas.microsoft.com/office/drawing/2014/main" id="{4E9E951A-1686-1BA0-0C27-1A95634FE251}"/>
                </a:ext>
              </a:extLst>
            </p:cNvPr>
            <p:cNvSpPr txBox="1"/>
            <p:nvPr/>
          </p:nvSpPr>
          <p:spPr>
            <a:xfrm>
              <a:off x="1398386" y="3006998"/>
              <a:ext cx="2599335" cy="1397100"/>
            </a:xfrm>
            <a:prstGeom prst="rect">
              <a:avLst/>
            </a:prstGeom>
            <a:noFill/>
          </p:spPr>
          <p:txBody>
            <a:bodyPr rot="0" spcFirstLastPara="0" vertOverflow="overflow" horzOverflow="overflow" vert="horz" wrap="square" lIns="61722" tIns="30861" rIns="61722" bIns="30861" numCol="1" spcCol="0" rtlCol="0" fromWordArt="0" anchor="t" anchorCtr="0" forceAA="0" compatLnSpc="1">
              <a:prstTxWarp prst="textNoShape">
                <a:avLst/>
              </a:prstTxWarp>
              <a:spAutoFit/>
            </a:bodyPr>
            <a:lstStyle/>
            <a:p>
              <a:pPr marL="308610" indent="-308610">
                <a:buAutoNum type="arabicPeriod"/>
              </a:pPr>
              <a:r>
                <a:rPr lang="en-US" sz="1400" b="1" dirty="0">
                  <a:ea typeface="Calibri"/>
                  <a:cs typeface="Calibri"/>
                </a:rPr>
                <a:t>Manipulating Spatial Data</a:t>
              </a:r>
            </a:p>
            <a:p>
              <a:pPr marL="308610" indent="-308610">
                <a:buFontTx/>
                <a:buAutoNum type="arabicPeriod"/>
              </a:pPr>
              <a:r>
                <a:rPr lang="en-US" sz="1400" b="1" dirty="0">
                  <a:ea typeface="Calibri"/>
                  <a:cs typeface="Calibri"/>
                </a:rPr>
                <a:t>Web Mapping</a:t>
              </a:r>
            </a:p>
            <a:p>
              <a:pPr marL="308610" indent="-308610">
                <a:buFontTx/>
                <a:buAutoNum type="arabicPeriod"/>
              </a:pPr>
              <a:r>
                <a:rPr lang="en-US" sz="1400" b="1" dirty="0">
                  <a:ea typeface="Calibri"/>
                  <a:cs typeface="Calibri"/>
                </a:rPr>
                <a:t>Processing Raster</a:t>
              </a:r>
            </a:p>
            <a:p>
              <a:pPr marL="308610" indent="-308610">
                <a:buFontTx/>
                <a:buAutoNum type="arabicPeriod"/>
              </a:pPr>
              <a:r>
                <a:rPr lang="en-US" sz="1400" b="1" dirty="0">
                  <a:ea typeface="Calibri"/>
                  <a:cs typeface="Calibri"/>
                </a:rPr>
                <a:t>Data Analysis</a:t>
              </a:r>
            </a:p>
            <a:p>
              <a:pPr marL="308610" indent="-308610">
                <a:buFontTx/>
                <a:buAutoNum type="arabicPeriod"/>
              </a:pPr>
              <a:r>
                <a:rPr lang="en-US" sz="1400" b="1" dirty="0">
                  <a:ea typeface="Calibri"/>
                  <a:cs typeface="Calibri"/>
                </a:rPr>
                <a:t>Creating Custom Tool</a:t>
              </a:r>
            </a:p>
            <a:p>
              <a:pPr marL="308610" indent="-308610">
                <a:buFontTx/>
                <a:buAutoNum type="arabicPeriod"/>
              </a:pPr>
              <a:r>
                <a:rPr lang="en-US" sz="1400" b="1" dirty="0">
                  <a:ea typeface="Calibri"/>
                  <a:cs typeface="Calibri"/>
                </a:rPr>
                <a:t>Data Visualization</a:t>
              </a:r>
            </a:p>
            <a:p>
              <a:pPr marL="308610" indent="-308610">
                <a:buAutoNum type="arabicPeriod"/>
              </a:pPr>
              <a:r>
                <a:rPr lang="en-US" sz="1400" b="1" dirty="0">
                  <a:ea typeface="Calibri"/>
                  <a:cs typeface="Calibri"/>
                </a:rPr>
                <a:t>…</a:t>
              </a:r>
            </a:p>
          </p:txBody>
        </p:sp>
        <p:sp>
          <p:nvSpPr>
            <p:cNvPr id="6" name="TextBox 5">
              <a:extLst>
                <a:ext uri="{FF2B5EF4-FFF2-40B4-BE49-F238E27FC236}">
                  <a16:creationId xmlns:a16="http://schemas.microsoft.com/office/drawing/2014/main" id="{462C4BBB-C8AF-0C2E-003D-041C38530E1E}"/>
                </a:ext>
              </a:extLst>
            </p:cNvPr>
            <p:cNvSpPr txBox="1"/>
            <p:nvPr/>
          </p:nvSpPr>
          <p:spPr>
            <a:xfrm>
              <a:off x="1083112" y="1003039"/>
              <a:ext cx="3383819" cy="379591"/>
            </a:xfrm>
            <a:prstGeom prst="rect">
              <a:avLst/>
            </a:prstGeom>
            <a:noFill/>
          </p:spPr>
          <p:txBody>
            <a:bodyPr wrap="square" rtlCol="0">
              <a:spAutoFit/>
            </a:bodyPr>
            <a:lstStyle/>
            <a:p>
              <a:pPr indent="-192882" algn="ctr">
                <a:buFont typeface="Arial" panose="020B0604020202020204" pitchFamily="34" charset="0"/>
                <a:buChar char="•"/>
              </a:pPr>
              <a:r>
                <a:rPr lang="en-US" sz="1620" b="1" dirty="0">
                  <a:solidFill>
                    <a:srgbClr val="C00000"/>
                  </a:solidFill>
                  <a:ea typeface="Calibri"/>
                  <a:cs typeface="Calibri"/>
                </a:rPr>
                <a:t>Python Programming</a:t>
              </a:r>
            </a:p>
          </p:txBody>
        </p:sp>
      </p:grpSp>
      <p:grpSp>
        <p:nvGrpSpPr>
          <p:cNvPr id="20" name="Group 19">
            <a:extLst>
              <a:ext uri="{FF2B5EF4-FFF2-40B4-BE49-F238E27FC236}">
                <a16:creationId xmlns:a16="http://schemas.microsoft.com/office/drawing/2014/main" id="{983E94D3-30AE-C12E-96D3-1950062CCE81}"/>
              </a:ext>
            </a:extLst>
          </p:cNvPr>
          <p:cNvGrpSpPr/>
          <p:nvPr/>
        </p:nvGrpSpPr>
        <p:grpSpPr>
          <a:xfrm>
            <a:off x="4541796" y="1102255"/>
            <a:ext cx="3378204" cy="3828951"/>
            <a:chOff x="5240120" y="1070263"/>
            <a:chExt cx="2634872" cy="3256823"/>
          </a:xfrm>
        </p:grpSpPr>
        <p:sp>
          <p:nvSpPr>
            <p:cNvPr id="21" name="TextBox 20">
              <a:extLst>
                <a:ext uri="{FF2B5EF4-FFF2-40B4-BE49-F238E27FC236}">
                  <a16:creationId xmlns:a16="http://schemas.microsoft.com/office/drawing/2014/main" id="{F060BF7E-8DD8-C791-47D7-208077AA7CE0}"/>
                </a:ext>
              </a:extLst>
            </p:cNvPr>
            <p:cNvSpPr txBox="1"/>
            <p:nvPr/>
          </p:nvSpPr>
          <p:spPr>
            <a:xfrm>
              <a:off x="5240120" y="1070263"/>
              <a:ext cx="2634872" cy="359825"/>
            </a:xfrm>
            <a:prstGeom prst="rect">
              <a:avLst/>
            </a:prstGeom>
            <a:noFill/>
          </p:spPr>
          <p:txBody>
            <a:bodyPr wrap="square" rtlCol="0">
              <a:spAutoFit/>
            </a:bodyPr>
            <a:lstStyle/>
            <a:p>
              <a:pPr marL="192882" indent="-192882" algn="ctr">
                <a:buFont typeface="Arial" panose="020B0604020202020204" pitchFamily="34" charset="0"/>
                <a:buChar char="•"/>
              </a:pPr>
              <a:r>
                <a:rPr lang="en-US" sz="1620" b="1" dirty="0">
                  <a:solidFill>
                    <a:srgbClr val="C00000"/>
                  </a:solidFill>
                  <a:ea typeface="Calibri"/>
                  <a:cs typeface="Calibri"/>
                </a:rPr>
                <a:t>Spatial Database</a:t>
              </a:r>
            </a:p>
          </p:txBody>
        </p:sp>
        <p:sp>
          <p:nvSpPr>
            <p:cNvPr id="22" name="TextBox 21">
              <a:extLst>
                <a:ext uri="{FF2B5EF4-FFF2-40B4-BE49-F238E27FC236}">
                  <a16:creationId xmlns:a16="http://schemas.microsoft.com/office/drawing/2014/main" id="{C6F197EC-6548-1DC8-10BA-2211E4DEB56A}"/>
                </a:ext>
              </a:extLst>
            </p:cNvPr>
            <p:cNvSpPr txBox="1"/>
            <p:nvPr/>
          </p:nvSpPr>
          <p:spPr>
            <a:xfrm>
              <a:off x="5591120" y="2965788"/>
              <a:ext cx="2283872" cy="1361298"/>
            </a:xfrm>
            <a:prstGeom prst="rect">
              <a:avLst/>
            </a:prstGeom>
            <a:noFill/>
          </p:spPr>
          <p:txBody>
            <a:bodyPr wrap="square" rtlCol="0">
              <a:spAutoFit/>
            </a:bodyPr>
            <a:lstStyle/>
            <a:p>
              <a:pPr marL="231458" indent="-231458">
                <a:buAutoNum type="arabicPeriod"/>
              </a:pPr>
              <a:r>
                <a:rPr lang="en-US" sz="1400" b="1" dirty="0">
                  <a:ea typeface="Calibri"/>
                  <a:cs typeface="Calibri"/>
                </a:rPr>
                <a:t>G</a:t>
              </a:r>
              <a:r>
                <a:rPr lang="en-US" altLang="zh-CN" sz="1400" b="1" dirty="0">
                  <a:ea typeface="Calibri"/>
                  <a:cs typeface="Calibri"/>
                </a:rPr>
                <a:t>eodatabase</a:t>
              </a:r>
              <a:endParaRPr lang="en-US" sz="1400" b="1" dirty="0">
                <a:ea typeface="Calibri"/>
                <a:cs typeface="Calibri"/>
              </a:endParaRPr>
            </a:p>
            <a:p>
              <a:pPr marL="231458" indent="-231458">
                <a:buAutoNum type="arabicPeriod"/>
              </a:pPr>
              <a:r>
                <a:rPr lang="en-US" sz="1400" b="1" dirty="0">
                  <a:ea typeface="Calibri"/>
                  <a:cs typeface="Calibri"/>
                </a:rPr>
                <a:t>SQL</a:t>
              </a:r>
            </a:p>
            <a:p>
              <a:pPr marL="231458" indent="-231458">
                <a:buAutoNum type="arabicPeriod"/>
              </a:pPr>
              <a:r>
                <a:rPr lang="en-US" sz="1400" b="1" dirty="0">
                  <a:ea typeface="Calibri"/>
                  <a:cs typeface="Calibri"/>
                </a:rPr>
                <a:t>Proximity Analysis</a:t>
              </a:r>
            </a:p>
            <a:p>
              <a:pPr marL="231458" indent="-231458">
                <a:buAutoNum type="arabicPeriod"/>
              </a:pPr>
              <a:r>
                <a:rPr lang="en-US" sz="1400" b="1" dirty="0">
                  <a:ea typeface="Calibri"/>
                  <a:cs typeface="Calibri"/>
                </a:rPr>
                <a:t>Geometry processing</a:t>
              </a:r>
            </a:p>
            <a:p>
              <a:pPr marL="231458" indent="-231458">
                <a:buAutoNum type="arabicPeriod"/>
              </a:pPr>
              <a:r>
                <a:rPr lang="en-US" sz="1400" b="1" dirty="0">
                  <a:ea typeface="Calibri"/>
                  <a:cs typeface="Calibri"/>
                </a:rPr>
                <a:t>Raster processing</a:t>
              </a:r>
            </a:p>
            <a:p>
              <a:pPr marL="231458" indent="-231458">
                <a:buAutoNum type="arabicPeriod"/>
              </a:pPr>
              <a:r>
                <a:rPr lang="en-US" sz="1400" b="1" dirty="0" err="1">
                  <a:ea typeface="Calibri"/>
                  <a:cs typeface="Calibri"/>
                </a:rPr>
                <a:t>PostSQL</a:t>
              </a:r>
              <a:r>
                <a:rPr lang="en-US" sz="1400" b="1" dirty="0">
                  <a:ea typeface="Calibri"/>
                  <a:cs typeface="Calibri"/>
                </a:rPr>
                <a:t> with python</a:t>
              </a:r>
            </a:p>
            <a:p>
              <a:pPr marL="231458" indent="-231458">
                <a:buAutoNum type="arabicPeriod"/>
              </a:pPr>
              <a:r>
                <a:rPr lang="en-US" sz="1400" b="1" dirty="0">
                  <a:ea typeface="Calibri"/>
                  <a:cs typeface="Calibri"/>
                </a:rPr>
                <a:t>…</a:t>
              </a:r>
            </a:p>
          </p:txBody>
        </p:sp>
      </p:grpSp>
      <p:pic>
        <p:nvPicPr>
          <p:cNvPr id="24" name="Picture 23">
            <a:hlinkClick r:id="rId4"/>
            <a:extLst>
              <a:ext uri="{FF2B5EF4-FFF2-40B4-BE49-F238E27FC236}">
                <a16:creationId xmlns:a16="http://schemas.microsoft.com/office/drawing/2014/main" id="{EF314FA9-B4A1-435E-25BE-703EAF37FB7B}"/>
              </a:ext>
            </a:extLst>
          </p:cNvPr>
          <p:cNvPicPr>
            <a:picLocks noChangeAspect="1"/>
          </p:cNvPicPr>
          <p:nvPr/>
        </p:nvPicPr>
        <p:blipFill>
          <a:blip r:embed="rId5"/>
          <a:stretch>
            <a:fillRect/>
          </a:stretch>
        </p:blipFill>
        <p:spPr>
          <a:xfrm>
            <a:off x="5692922" y="1579160"/>
            <a:ext cx="1370277" cy="1393574"/>
          </a:xfrm>
          <a:prstGeom prst="rect">
            <a:avLst/>
          </a:prstGeom>
        </p:spPr>
      </p:pic>
    </p:spTree>
    <p:extLst>
      <p:ext uri="{BB962C8B-B14F-4D97-AF65-F5344CB8AC3E}">
        <p14:creationId xmlns:p14="http://schemas.microsoft.com/office/powerpoint/2010/main" val="302536072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779EC9-9C6E-D7FF-80F3-0A1231D3C5B3}"/>
              </a:ext>
            </a:extLst>
          </p:cNvPr>
          <p:cNvSpPr>
            <a:spLocks noGrp="1"/>
          </p:cNvSpPr>
          <p:nvPr>
            <p:ph type="title"/>
          </p:nvPr>
        </p:nvSpPr>
        <p:spPr>
          <a:xfrm>
            <a:off x="0" y="46684"/>
            <a:ext cx="4175303" cy="647486"/>
          </a:xfrm>
        </p:spPr>
        <p:txBody>
          <a:bodyPr>
            <a:normAutofit fontScale="90000"/>
          </a:bodyPr>
          <a:lstStyle/>
          <a:p>
            <a:r>
              <a:rPr lang="en-US" sz="3200" dirty="0">
                <a:solidFill>
                  <a:srgbClr val="7030A0"/>
                </a:solidFill>
              </a:rPr>
              <a:t>Past Teaching Experience</a:t>
            </a:r>
          </a:p>
        </p:txBody>
      </p:sp>
      <p:sp>
        <p:nvSpPr>
          <p:cNvPr id="5" name="Slide Number Placeholder 4">
            <a:extLst>
              <a:ext uri="{FF2B5EF4-FFF2-40B4-BE49-F238E27FC236}">
                <a16:creationId xmlns:a16="http://schemas.microsoft.com/office/drawing/2014/main" id="{4749D38E-F261-1D05-9EEB-24F06A6BECBE}"/>
              </a:ext>
            </a:extLst>
          </p:cNvPr>
          <p:cNvSpPr>
            <a:spLocks noGrp="1"/>
          </p:cNvSpPr>
          <p:nvPr>
            <p:ph type="sldNum" sz="quarter" idx="4"/>
          </p:nvPr>
        </p:nvSpPr>
        <p:spPr/>
        <p:txBody>
          <a:bodyPr/>
          <a:lstStyle/>
          <a:p>
            <a:fld id="{9257DAD1-48AB-8A4C-A054-135C0212BAAD}" type="slidenum">
              <a:rPr lang="en-US" smtClean="0"/>
              <a:pPr/>
              <a:t>5</a:t>
            </a:fld>
            <a:endParaRPr lang="en-US" dirty="0"/>
          </a:p>
        </p:txBody>
      </p:sp>
      <p:grpSp>
        <p:nvGrpSpPr>
          <p:cNvPr id="3" name="Group 2"/>
          <p:cNvGrpSpPr/>
          <p:nvPr/>
        </p:nvGrpSpPr>
        <p:grpSpPr>
          <a:xfrm>
            <a:off x="658443" y="943200"/>
            <a:ext cx="3718245" cy="3682148"/>
            <a:chOff x="1083112" y="1003039"/>
            <a:chExt cx="3383819" cy="3494251"/>
          </a:xfrm>
        </p:grpSpPr>
        <p:sp>
          <p:nvSpPr>
            <p:cNvPr id="225" name="TextBox 224">
              <a:extLst>
                <a:ext uri="{FF2B5EF4-FFF2-40B4-BE49-F238E27FC236}">
                  <a16:creationId xmlns:a16="http://schemas.microsoft.com/office/drawing/2014/main" id="{CCD09171-EE3F-331B-B7A6-3ABCFF5A58ED}"/>
                </a:ext>
              </a:extLst>
            </p:cNvPr>
            <p:cNvSpPr txBox="1"/>
            <p:nvPr/>
          </p:nvSpPr>
          <p:spPr>
            <a:xfrm>
              <a:off x="1398386" y="3006998"/>
              <a:ext cx="2599335" cy="1490292"/>
            </a:xfrm>
            <a:prstGeom prst="rect">
              <a:avLst/>
            </a:prstGeom>
            <a:noFill/>
          </p:spPr>
          <p:txBody>
            <a:bodyPr rot="0" spcFirstLastPara="0" vertOverflow="overflow" horzOverflow="overflow" vert="horz" wrap="square" lIns="61722" tIns="30861" rIns="61722" bIns="30861" numCol="1" spcCol="0" rtlCol="0" fromWordArt="0" anchor="t" anchorCtr="0" forceAA="0" compatLnSpc="1">
              <a:prstTxWarp prst="textNoShape">
                <a:avLst/>
              </a:prstTxWarp>
              <a:spAutoFit/>
            </a:bodyPr>
            <a:lstStyle/>
            <a:p>
              <a:pPr marL="308610" indent="-308610">
                <a:buAutoNum type="arabicPeriod"/>
              </a:pPr>
              <a:r>
                <a:rPr lang="en-US" sz="1400" b="1" dirty="0">
                  <a:ea typeface="Calibri"/>
                  <a:cs typeface="Calibri"/>
                </a:rPr>
                <a:t>HTML</a:t>
              </a:r>
            </a:p>
            <a:p>
              <a:pPr marL="308610" indent="-308610">
                <a:buFontTx/>
                <a:buAutoNum type="arabicPeriod"/>
              </a:pPr>
              <a:r>
                <a:rPr lang="en-US" sz="1400" b="1" dirty="0">
                  <a:ea typeface="Calibri"/>
                  <a:cs typeface="Calibri"/>
                </a:rPr>
                <a:t>CSS</a:t>
              </a:r>
            </a:p>
            <a:p>
              <a:pPr marL="308610" indent="-308610">
                <a:buFontTx/>
                <a:buAutoNum type="arabicPeriod"/>
              </a:pPr>
              <a:r>
                <a:rPr lang="en-US" sz="1400" b="1" dirty="0">
                  <a:ea typeface="Calibri"/>
                  <a:cs typeface="Calibri"/>
                </a:rPr>
                <a:t>JS</a:t>
              </a:r>
            </a:p>
            <a:p>
              <a:pPr marL="308610" indent="-308610">
                <a:buFontTx/>
                <a:buAutoNum type="arabicPeriod"/>
              </a:pPr>
              <a:r>
                <a:rPr lang="en-US" sz="1400" b="1" dirty="0">
                  <a:ea typeface="Calibri"/>
                  <a:cs typeface="Calibri"/>
                </a:rPr>
                <a:t>Python Web Mapping</a:t>
              </a:r>
            </a:p>
            <a:p>
              <a:pPr marL="308610" indent="-308610">
                <a:buFontTx/>
                <a:buAutoNum type="arabicPeriod"/>
              </a:pPr>
              <a:r>
                <a:rPr lang="en-US" sz="1400" b="1" dirty="0">
                  <a:ea typeface="Calibri"/>
                  <a:cs typeface="Calibri"/>
                </a:rPr>
                <a:t>R Web Mapping</a:t>
              </a:r>
            </a:p>
            <a:p>
              <a:pPr marL="308610" indent="-308610">
                <a:buFontTx/>
                <a:buAutoNum type="arabicPeriod"/>
              </a:pPr>
              <a:r>
                <a:rPr lang="en-US" sz="1400" b="1" dirty="0">
                  <a:ea typeface="Calibri"/>
                  <a:cs typeface="Calibri"/>
                </a:rPr>
                <a:t>ArcGIS Maps for JavaScript</a:t>
              </a:r>
            </a:p>
            <a:p>
              <a:pPr marL="308610" indent="-308610">
                <a:buAutoNum type="arabicPeriod"/>
              </a:pPr>
              <a:r>
                <a:rPr lang="en-US" sz="1400" b="1" dirty="0">
                  <a:ea typeface="Calibri"/>
                  <a:cs typeface="Calibri"/>
                </a:rPr>
                <a:t>…</a:t>
              </a:r>
            </a:p>
          </p:txBody>
        </p:sp>
        <p:sp>
          <p:nvSpPr>
            <p:cNvPr id="6" name="TextBox 5"/>
            <p:cNvSpPr txBox="1"/>
            <p:nvPr/>
          </p:nvSpPr>
          <p:spPr>
            <a:xfrm>
              <a:off x="1083112" y="1003039"/>
              <a:ext cx="3383819" cy="379591"/>
            </a:xfrm>
            <a:prstGeom prst="rect">
              <a:avLst/>
            </a:prstGeom>
            <a:noFill/>
          </p:spPr>
          <p:txBody>
            <a:bodyPr wrap="square" rtlCol="0">
              <a:spAutoFit/>
            </a:bodyPr>
            <a:lstStyle/>
            <a:p>
              <a:pPr indent="-192882" algn="ctr">
                <a:buFont typeface="Arial" panose="020B0604020202020204" pitchFamily="34" charset="0"/>
                <a:buChar char="•"/>
              </a:pPr>
              <a:r>
                <a:rPr lang="en-US" sz="1620" b="1" dirty="0">
                  <a:solidFill>
                    <a:srgbClr val="C00000"/>
                  </a:solidFill>
                  <a:ea typeface="Calibri"/>
                  <a:cs typeface="Calibri"/>
                </a:rPr>
                <a:t>Web Mapping</a:t>
              </a:r>
            </a:p>
          </p:txBody>
        </p:sp>
      </p:grpSp>
      <p:grpSp>
        <p:nvGrpSpPr>
          <p:cNvPr id="10" name="Group 9"/>
          <p:cNvGrpSpPr/>
          <p:nvPr/>
        </p:nvGrpSpPr>
        <p:grpSpPr>
          <a:xfrm>
            <a:off x="4849587" y="943201"/>
            <a:ext cx="2659200" cy="3658140"/>
            <a:chOff x="5240120" y="1070263"/>
            <a:chExt cx="2634872" cy="3585274"/>
          </a:xfrm>
        </p:grpSpPr>
        <p:sp>
          <p:nvSpPr>
            <p:cNvPr id="7" name="TextBox 6"/>
            <p:cNvSpPr txBox="1"/>
            <p:nvPr/>
          </p:nvSpPr>
          <p:spPr>
            <a:xfrm>
              <a:off x="5240120" y="1070263"/>
              <a:ext cx="2634872" cy="359825"/>
            </a:xfrm>
            <a:prstGeom prst="rect">
              <a:avLst/>
            </a:prstGeom>
            <a:noFill/>
          </p:spPr>
          <p:txBody>
            <a:bodyPr wrap="square" rtlCol="0">
              <a:spAutoFit/>
            </a:bodyPr>
            <a:lstStyle/>
            <a:p>
              <a:pPr marL="192882" indent="-192882" algn="ctr">
                <a:buFont typeface="Arial" panose="020B0604020202020204" pitchFamily="34" charset="0"/>
                <a:buChar char="•"/>
              </a:pPr>
              <a:r>
                <a:rPr lang="en-US" sz="1620" b="1" dirty="0">
                  <a:solidFill>
                    <a:srgbClr val="C00000"/>
                  </a:solidFill>
                  <a:ea typeface="Calibri"/>
                  <a:cs typeface="Calibri"/>
                </a:rPr>
                <a:t>Intermediate Statistics</a:t>
              </a:r>
            </a:p>
          </p:txBody>
        </p:sp>
        <p:sp>
          <p:nvSpPr>
            <p:cNvPr id="9" name="TextBox 8"/>
            <p:cNvSpPr txBox="1"/>
            <p:nvPr/>
          </p:nvSpPr>
          <p:spPr>
            <a:xfrm>
              <a:off x="5757555" y="2969871"/>
              <a:ext cx="1981132" cy="1685666"/>
            </a:xfrm>
            <a:prstGeom prst="rect">
              <a:avLst/>
            </a:prstGeom>
            <a:noFill/>
          </p:spPr>
          <p:txBody>
            <a:bodyPr wrap="square" rtlCol="0">
              <a:spAutoFit/>
            </a:bodyPr>
            <a:lstStyle/>
            <a:p>
              <a:pPr marL="231458" indent="-231458">
                <a:buAutoNum type="arabicPeriod"/>
              </a:pPr>
              <a:r>
                <a:rPr lang="en-US" sz="1400" b="1" dirty="0">
                  <a:ea typeface="Calibri"/>
                  <a:cs typeface="Calibri"/>
                </a:rPr>
                <a:t>Bivariate regression</a:t>
              </a:r>
            </a:p>
            <a:p>
              <a:pPr marL="231458" indent="-231458">
                <a:buAutoNum type="arabicPeriod"/>
              </a:pPr>
              <a:r>
                <a:rPr lang="en-US" sz="1400" b="1" dirty="0">
                  <a:ea typeface="Calibri"/>
                  <a:cs typeface="Calibri"/>
                </a:rPr>
                <a:t>Logistics regression</a:t>
              </a:r>
            </a:p>
            <a:p>
              <a:pPr marL="231458" indent="-231458">
                <a:buAutoNum type="arabicPeriod"/>
              </a:pPr>
              <a:r>
                <a:rPr lang="en-US" sz="1400" b="1" dirty="0">
                  <a:ea typeface="Calibri"/>
                  <a:cs typeface="Calibri"/>
                </a:rPr>
                <a:t>PCA </a:t>
              </a:r>
            </a:p>
            <a:p>
              <a:pPr marL="231458" indent="-231458">
                <a:buAutoNum type="arabicPeriod"/>
              </a:pPr>
              <a:r>
                <a:rPr lang="en-US" sz="1400" b="1" dirty="0">
                  <a:ea typeface="Calibri"/>
                  <a:cs typeface="Calibri"/>
                </a:rPr>
                <a:t>GWR</a:t>
              </a:r>
            </a:p>
            <a:p>
              <a:pPr marL="231458" indent="-231458">
                <a:buAutoNum type="arabicPeriod"/>
              </a:pPr>
              <a:r>
                <a:rPr lang="en-US" sz="1400" b="1" dirty="0">
                  <a:ea typeface="Calibri"/>
                  <a:cs typeface="Calibri"/>
                </a:rPr>
                <a:t>Spatial Autocorrelation</a:t>
              </a:r>
            </a:p>
            <a:p>
              <a:pPr marL="231458" indent="-231458">
                <a:buAutoNum type="arabicPeriod"/>
              </a:pPr>
              <a:r>
                <a:rPr lang="en-US" sz="1400" b="1" dirty="0">
                  <a:ea typeface="Calibri"/>
                  <a:cs typeface="Calibri"/>
                </a:rPr>
                <a:t>…</a:t>
              </a:r>
            </a:p>
          </p:txBody>
        </p:sp>
      </p:grpSp>
      <p:grpSp>
        <p:nvGrpSpPr>
          <p:cNvPr id="18" name="Group 17">
            <a:extLst>
              <a:ext uri="{FF2B5EF4-FFF2-40B4-BE49-F238E27FC236}">
                <a16:creationId xmlns:a16="http://schemas.microsoft.com/office/drawing/2014/main" id="{B0281C90-6135-3336-D57C-FB2A58B31548}"/>
              </a:ext>
            </a:extLst>
          </p:cNvPr>
          <p:cNvGrpSpPr/>
          <p:nvPr/>
        </p:nvGrpSpPr>
        <p:grpSpPr>
          <a:xfrm>
            <a:off x="5665705" y="1327172"/>
            <a:ext cx="1543121" cy="1338162"/>
            <a:chOff x="4695395" y="1409700"/>
            <a:chExt cx="1735299" cy="1723243"/>
          </a:xfrm>
        </p:grpSpPr>
        <p:pic>
          <p:nvPicPr>
            <p:cNvPr id="11" name="Graphic 10" descr="Statistics with solid fill">
              <a:extLst>
                <a:ext uri="{FF2B5EF4-FFF2-40B4-BE49-F238E27FC236}">
                  <a16:creationId xmlns:a16="http://schemas.microsoft.com/office/drawing/2014/main" id="{E7D4427E-98E7-14C0-1E5C-5344540BB2B8}"/>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516294" y="2218543"/>
              <a:ext cx="914400" cy="914400"/>
            </a:xfrm>
            <a:prstGeom prst="rect">
              <a:avLst/>
            </a:prstGeom>
          </p:spPr>
        </p:pic>
        <p:pic>
          <p:nvPicPr>
            <p:cNvPr id="13" name="Graphic 12" descr="Bar chart with solid fill">
              <a:extLst>
                <a:ext uri="{FF2B5EF4-FFF2-40B4-BE49-F238E27FC236}">
                  <a16:creationId xmlns:a16="http://schemas.microsoft.com/office/drawing/2014/main" id="{1DC0D482-809A-59EF-0102-E7949B9F384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722457" y="2218543"/>
              <a:ext cx="914400" cy="914400"/>
            </a:xfrm>
            <a:prstGeom prst="rect">
              <a:avLst/>
            </a:prstGeom>
          </p:spPr>
        </p:pic>
        <p:pic>
          <p:nvPicPr>
            <p:cNvPr id="15" name="Graphic 14" descr="Normal Distribution with solid fill">
              <a:extLst>
                <a:ext uri="{FF2B5EF4-FFF2-40B4-BE49-F238E27FC236}">
                  <a16:creationId xmlns:a16="http://schemas.microsoft.com/office/drawing/2014/main" id="{486717D2-11FF-1826-9DA6-A00173889F8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516294" y="1409700"/>
              <a:ext cx="914400" cy="914400"/>
            </a:xfrm>
            <a:prstGeom prst="rect">
              <a:avLst/>
            </a:prstGeom>
          </p:spPr>
        </p:pic>
        <p:pic>
          <p:nvPicPr>
            <p:cNvPr id="17" name="Graphic 16" descr="Pie chart with solid fill">
              <a:hlinkClick r:id="rId5"/>
              <a:extLst>
                <a:ext uri="{FF2B5EF4-FFF2-40B4-BE49-F238E27FC236}">
                  <a16:creationId xmlns:a16="http://schemas.microsoft.com/office/drawing/2014/main" id="{C9E58EB2-93FA-0BD8-A274-B216CD22CB08}"/>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695395" y="1437636"/>
              <a:ext cx="914400" cy="914400"/>
            </a:xfrm>
            <a:prstGeom prst="rect">
              <a:avLst/>
            </a:prstGeom>
          </p:spPr>
        </p:pic>
      </p:grpSp>
      <p:pic>
        <p:nvPicPr>
          <p:cNvPr id="16" name="Picture 15">
            <a:hlinkClick r:id="rId7"/>
            <a:extLst>
              <a:ext uri="{FF2B5EF4-FFF2-40B4-BE49-F238E27FC236}">
                <a16:creationId xmlns:a16="http://schemas.microsoft.com/office/drawing/2014/main" id="{1AB815ED-0AAC-1FA1-97BF-EA6173143669}"/>
              </a:ext>
            </a:extLst>
          </p:cNvPr>
          <p:cNvPicPr>
            <a:picLocks noChangeAspect="1"/>
          </p:cNvPicPr>
          <p:nvPr/>
        </p:nvPicPr>
        <p:blipFill>
          <a:blip r:embed="rId8"/>
          <a:stretch>
            <a:fillRect/>
          </a:stretch>
        </p:blipFill>
        <p:spPr>
          <a:xfrm>
            <a:off x="1858088" y="1368155"/>
            <a:ext cx="1476349" cy="1530361"/>
          </a:xfrm>
          <a:prstGeom prst="rect">
            <a:avLst/>
          </a:prstGeom>
        </p:spPr>
      </p:pic>
    </p:spTree>
    <p:extLst>
      <p:ext uri="{BB962C8B-B14F-4D97-AF65-F5344CB8AC3E}">
        <p14:creationId xmlns:p14="http://schemas.microsoft.com/office/powerpoint/2010/main" val="34439840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0BE424-2297-9ACA-DC88-8BAC277A304E}"/>
              </a:ext>
            </a:extLst>
          </p:cNvPr>
          <p:cNvSpPr>
            <a:spLocks noGrp="1"/>
          </p:cNvSpPr>
          <p:nvPr>
            <p:ph type="title"/>
          </p:nvPr>
        </p:nvSpPr>
        <p:spPr>
          <a:xfrm>
            <a:off x="0" y="55225"/>
            <a:ext cx="3924300" cy="857250"/>
          </a:xfrm>
        </p:spPr>
        <p:txBody>
          <a:bodyPr/>
          <a:lstStyle/>
          <a:p>
            <a:r>
              <a:rPr lang="en-US" sz="4000" dirty="0">
                <a:solidFill>
                  <a:srgbClr val="7030A0"/>
                </a:solidFill>
              </a:rPr>
              <a:t>Teaching in UCA</a:t>
            </a:r>
            <a:endParaRPr lang="en-US" dirty="0"/>
          </a:p>
        </p:txBody>
      </p:sp>
      <p:sp>
        <p:nvSpPr>
          <p:cNvPr id="5" name="Slide Number Placeholder 4">
            <a:extLst>
              <a:ext uri="{FF2B5EF4-FFF2-40B4-BE49-F238E27FC236}">
                <a16:creationId xmlns:a16="http://schemas.microsoft.com/office/drawing/2014/main" id="{D1641843-1C0F-E18D-286A-9906503299DE}"/>
              </a:ext>
            </a:extLst>
          </p:cNvPr>
          <p:cNvSpPr>
            <a:spLocks noGrp="1"/>
          </p:cNvSpPr>
          <p:nvPr>
            <p:ph type="sldNum" sz="quarter" idx="4"/>
          </p:nvPr>
        </p:nvSpPr>
        <p:spPr/>
        <p:txBody>
          <a:bodyPr/>
          <a:lstStyle/>
          <a:p>
            <a:fld id="{9257DAD1-48AB-8A4C-A054-135C0212BAAD}" type="slidenum">
              <a:rPr lang="en-US" smtClean="0"/>
              <a:pPr/>
              <a:t>6</a:t>
            </a:fld>
            <a:endParaRPr lang="en-US" dirty="0"/>
          </a:p>
        </p:txBody>
      </p:sp>
      <p:grpSp>
        <p:nvGrpSpPr>
          <p:cNvPr id="6" name="Group 5">
            <a:extLst>
              <a:ext uri="{FF2B5EF4-FFF2-40B4-BE49-F238E27FC236}">
                <a16:creationId xmlns:a16="http://schemas.microsoft.com/office/drawing/2014/main" id="{FF576419-FD74-3253-EBF1-6D12FA38F8AA}"/>
              </a:ext>
            </a:extLst>
          </p:cNvPr>
          <p:cNvGrpSpPr/>
          <p:nvPr/>
        </p:nvGrpSpPr>
        <p:grpSpPr>
          <a:xfrm>
            <a:off x="431625" y="977502"/>
            <a:ext cx="3718245" cy="3682148"/>
            <a:chOff x="1083112" y="1003039"/>
            <a:chExt cx="3383819" cy="3494251"/>
          </a:xfrm>
        </p:grpSpPr>
        <p:sp>
          <p:nvSpPr>
            <p:cNvPr id="7" name="TextBox 6">
              <a:extLst>
                <a:ext uri="{FF2B5EF4-FFF2-40B4-BE49-F238E27FC236}">
                  <a16:creationId xmlns:a16="http://schemas.microsoft.com/office/drawing/2014/main" id="{401E9C54-F804-94AC-2895-B620901A7B39}"/>
                </a:ext>
              </a:extLst>
            </p:cNvPr>
            <p:cNvSpPr txBox="1"/>
            <p:nvPr/>
          </p:nvSpPr>
          <p:spPr>
            <a:xfrm>
              <a:off x="1398386" y="3006998"/>
              <a:ext cx="2599335" cy="1490292"/>
            </a:xfrm>
            <a:prstGeom prst="rect">
              <a:avLst/>
            </a:prstGeom>
            <a:noFill/>
          </p:spPr>
          <p:txBody>
            <a:bodyPr rot="0" spcFirstLastPara="0" vertOverflow="overflow" horzOverflow="overflow" vert="horz" wrap="square" lIns="61722" tIns="30861" rIns="61722" bIns="30861" numCol="1" spcCol="0" rtlCol="0" fromWordArt="0" anchor="t" anchorCtr="0" forceAA="0" compatLnSpc="1">
              <a:prstTxWarp prst="textNoShape">
                <a:avLst/>
              </a:prstTxWarp>
              <a:spAutoFit/>
            </a:bodyPr>
            <a:lstStyle/>
            <a:p>
              <a:pPr marL="308610" indent="-308610">
                <a:buAutoNum type="arabicPeriod"/>
              </a:pPr>
              <a:r>
                <a:rPr lang="en-US" sz="1400" b="1" dirty="0">
                  <a:ea typeface="Calibri"/>
                  <a:cs typeface="Calibri"/>
                </a:rPr>
                <a:t>Spatial Data</a:t>
              </a:r>
            </a:p>
            <a:p>
              <a:pPr marL="308610" indent="-308610">
                <a:buFontTx/>
                <a:buAutoNum type="arabicPeriod"/>
              </a:pPr>
              <a:r>
                <a:rPr lang="en-US" sz="1400" b="1" dirty="0">
                  <a:ea typeface="Calibri"/>
                  <a:cs typeface="Calibri"/>
                </a:rPr>
                <a:t>GIS software</a:t>
              </a:r>
            </a:p>
            <a:p>
              <a:pPr marL="308610" indent="-308610">
                <a:buFontTx/>
                <a:buAutoNum type="arabicPeriod"/>
              </a:pPr>
              <a:r>
                <a:rPr lang="en-US" sz="1400" b="1" dirty="0">
                  <a:ea typeface="Calibri"/>
                  <a:cs typeface="Calibri"/>
                </a:rPr>
                <a:t>Geodatabase</a:t>
              </a:r>
            </a:p>
            <a:p>
              <a:pPr marL="308610" indent="-308610">
                <a:buFontTx/>
                <a:buAutoNum type="arabicPeriod"/>
              </a:pPr>
              <a:r>
                <a:rPr lang="en-US" sz="1400" b="1" dirty="0">
                  <a:ea typeface="Calibri"/>
                  <a:cs typeface="Calibri"/>
                </a:rPr>
                <a:t>Cartography</a:t>
              </a:r>
            </a:p>
            <a:p>
              <a:pPr marL="308610" indent="-308610">
                <a:buFontTx/>
                <a:buAutoNum type="arabicPeriod"/>
              </a:pPr>
              <a:r>
                <a:rPr lang="en-US" sz="1400" b="1" dirty="0">
                  <a:ea typeface="Calibri"/>
                  <a:cs typeface="Calibri"/>
                </a:rPr>
                <a:t>Raster</a:t>
              </a:r>
            </a:p>
            <a:p>
              <a:pPr marL="308610" indent="-308610">
                <a:buFontTx/>
                <a:buAutoNum type="arabicPeriod"/>
              </a:pPr>
              <a:r>
                <a:rPr lang="en-US" sz="1400" b="1" dirty="0">
                  <a:ea typeface="Calibri"/>
                  <a:cs typeface="Calibri"/>
                </a:rPr>
                <a:t>Programming in GIS</a:t>
              </a:r>
            </a:p>
            <a:p>
              <a:pPr marL="308610" indent="-308610">
                <a:buAutoNum type="arabicPeriod"/>
              </a:pPr>
              <a:r>
                <a:rPr lang="en-US" sz="1400" b="1" dirty="0">
                  <a:ea typeface="Calibri"/>
                  <a:cs typeface="Calibri"/>
                </a:rPr>
                <a:t>…</a:t>
              </a:r>
            </a:p>
          </p:txBody>
        </p:sp>
        <p:sp>
          <p:nvSpPr>
            <p:cNvPr id="8" name="TextBox 7">
              <a:extLst>
                <a:ext uri="{FF2B5EF4-FFF2-40B4-BE49-F238E27FC236}">
                  <a16:creationId xmlns:a16="http://schemas.microsoft.com/office/drawing/2014/main" id="{82C4747F-7112-C5E9-CE4E-F9EC29E44180}"/>
                </a:ext>
              </a:extLst>
            </p:cNvPr>
            <p:cNvSpPr txBox="1"/>
            <p:nvPr/>
          </p:nvSpPr>
          <p:spPr>
            <a:xfrm>
              <a:off x="1083112" y="1003039"/>
              <a:ext cx="3383819" cy="324199"/>
            </a:xfrm>
            <a:prstGeom prst="rect">
              <a:avLst/>
            </a:prstGeom>
            <a:noFill/>
          </p:spPr>
          <p:txBody>
            <a:bodyPr wrap="square" rtlCol="0">
              <a:spAutoFit/>
            </a:bodyPr>
            <a:lstStyle/>
            <a:p>
              <a:pPr indent="-192882" algn="ctr">
                <a:buFont typeface="Arial" panose="020B0604020202020204" pitchFamily="34" charset="0"/>
                <a:buChar char="•"/>
              </a:pPr>
              <a:r>
                <a:rPr lang="en-US" sz="1620" b="1" dirty="0">
                  <a:solidFill>
                    <a:srgbClr val="C00000"/>
                  </a:solidFill>
                  <a:ea typeface="Calibri"/>
                  <a:cs typeface="Calibri"/>
                </a:rPr>
                <a:t>GIS I</a:t>
              </a:r>
            </a:p>
          </p:txBody>
        </p:sp>
      </p:grpSp>
      <p:grpSp>
        <p:nvGrpSpPr>
          <p:cNvPr id="10" name="Group 9">
            <a:extLst>
              <a:ext uri="{FF2B5EF4-FFF2-40B4-BE49-F238E27FC236}">
                <a16:creationId xmlns:a16="http://schemas.microsoft.com/office/drawing/2014/main" id="{E01A5D3C-BD73-77F6-7771-50EE38C03519}"/>
              </a:ext>
            </a:extLst>
          </p:cNvPr>
          <p:cNvGrpSpPr/>
          <p:nvPr/>
        </p:nvGrpSpPr>
        <p:grpSpPr>
          <a:xfrm>
            <a:off x="4149870" y="916469"/>
            <a:ext cx="3718245" cy="3743180"/>
            <a:chOff x="1083112" y="945120"/>
            <a:chExt cx="3383819" cy="3552167"/>
          </a:xfrm>
        </p:grpSpPr>
        <p:sp>
          <p:nvSpPr>
            <p:cNvPr id="11" name="TextBox 10">
              <a:extLst>
                <a:ext uri="{FF2B5EF4-FFF2-40B4-BE49-F238E27FC236}">
                  <a16:creationId xmlns:a16="http://schemas.microsoft.com/office/drawing/2014/main" id="{2E6188D0-CF1F-C66A-1505-D6604AD7E86D}"/>
                </a:ext>
              </a:extLst>
            </p:cNvPr>
            <p:cNvSpPr txBox="1"/>
            <p:nvPr/>
          </p:nvSpPr>
          <p:spPr>
            <a:xfrm>
              <a:off x="1745664" y="3006995"/>
              <a:ext cx="2599335" cy="1490292"/>
            </a:xfrm>
            <a:prstGeom prst="rect">
              <a:avLst/>
            </a:prstGeom>
            <a:noFill/>
          </p:spPr>
          <p:txBody>
            <a:bodyPr rot="0" spcFirstLastPara="0" vertOverflow="overflow" horzOverflow="overflow" vert="horz" wrap="square" lIns="61722" tIns="30861" rIns="61722" bIns="30861" numCol="1" spcCol="0" rtlCol="0" fromWordArt="0" anchor="t" anchorCtr="0" forceAA="0" compatLnSpc="1">
              <a:prstTxWarp prst="textNoShape">
                <a:avLst/>
              </a:prstTxWarp>
              <a:spAutoFit/>
            </a:bodyPr>
            <a:lstStyle/>
            <a:p>
              <a:pPr marL="308610" indent="-308610">
                <a:buAutoNum type="arabicPeriod"/>
              </a:pPr>
              <a:r>
                <a:rPr lang="en-US" sz="1400" b="1" dirty="0">
                  <a:ea typeface="Calibri"/>
                  <a:cs typeface="Calibri"/>
                </a:rPr>
                <a:t>GPS</a:t>
              </a:r>
            </a:p>
            <a:p>
              <a:pPr marL="308610" indent="-308610">
                <a:buAutoNum type="arabicPeriod"/>
              </a:pPr>
              <a:r>
                <a:rPr lang="en-US" sz="1400" b="1" dirty="0">
                  <a:ea typeface="Calibri"/>
                  <a:cs typeface="Calibri"/>
                </a:rPr>
                <a:t>Drone</a:t>
              </a:r>
            </a:p>
            <a:p>
              <a:pPr marL="308610" indent="-308610">
                <a:buAutoNum type="arabicPeriod"/>
              </a:pPr>
              <a:r>
                <a:rPr lang="en-US" sz="1400" b="1" dirty="0">
                  <a:ea typeface="Calibri"/>
                  <a:cs typeface="Calibri"/>
                </a:rPr>
                <a:t>Esri Mobile App</a:t>
              </a:r>
            </a:p>
            <a:p>
              <a:pPr marL="308610" indent="-308610">
                <a:buAutoNum type="arabicPeriod"/>
              </a:pPr>
              <a:r>
                <a:rPr lang="en-US" sz="1400" b="1" dirty="0">
                  <a:ea typeface="Calibri"/>
                  <a:cs typeface="Calibri"/>
                </a:rPr>
                <a:t>Field Map</a:t>
              </a:r>
            </a:p>
            <a:p>
              <a:pPr marL="308610" indent="-308610">
                <a:buAutoNum type="arabicPeriod"/>
              </a:pPr>
              <a:r>
                <a:rPr lang="en-US" sz="1400" b="1" dirty="0">
                  <a:ea typeface="Calibri"/>
                  <a:cs typeface="Calibri"/>
                </a:rPr>
                <a:t>Survey 123</a:t>
              </a:r>
            </a:p>
            <a:p>
              <a:pPr marL="308610" indent="-308610">
                <a:buAutoNum type="arabicPeriod"/>
              </a:pPr>
              <a:r>
                <a:rPr lang="en-US" sz="1400" b="1" dirty="0">
                  <a:ea typeface="Calibri"/>
                  <a:cs typeface="Calibri"/>
                </a:rPr>
                <a:t>ArcGIS Dashboard</a:t>
              </a:r>
            </a:p>
            <a:p>
              <a:pPr marL="308610" indent="-308610">
                <a:buAutoNum type="arabicPeriod"/>
              </a:pPr>
              <a:r>
                <a:rPr lang="en-US" sz="1400" b="1" dirty="0">
                  <a:ea typeface="Calibri"/>
                  <a:cs typeface="Calibri"/>
                </a:rPr>
                <a:t>…</a:t>
              </a:r>
            </a:p>
          </p:txBody>
        </p:sp>
        <p:sp>
          <p:nvSpPr>
            <p:cNvPr id="12" name="TextBox 11">
              <a:extLst>
                <a:ext uri="{FF2B5EF4-FFF2-40B4-BE49-F238E27FC236}">
                  <a16:creationId xmlns:a16="http://schemas.microsoft.com/office/drawing/2014/main" id="{C63072A2-8947-ABD4-3B68-502B1C00C412}"/>
                </a:ext>
              </a:extLst>
            </p:cNvPr>
            <p:cNvSpPr txBox="1"/>
            <p:nvPr/>
          </p:nvSpPr>
          <p:spPr>
            <a:xfrm>
              <a:off x="1083112" y="945120"/>
              <a:ext cx="3383819" cy="324199"/>
            </a:xfrm>
            <a:prstGeom prst="rect">
              <a:avLst/>
            </a:prstGeom>
            <a:noFill/>
          </p:spPr>
          <p:txBody>
            <a:bodyPr wrap="square" rtlCol="0">
              <a:spAutoFit/>
            </a:bodyPr>
            <a:lstStyle/>
            <a:p>
              <a:pPr indent="-192882" algn="ctr">
                <a:buFont typeface="Arial" panose="020B0604020202020204" pitchFamily="34" charset="0"/>
                <a:buChar char="•"/>
              </a:pPr>
              <a:r>
                <a:rPr lang="en-US" sz="1620" b="1" dirty="0">
                  <a:solidFill>
                    <a:srgbClr val="C00000"/>
                  </a:solidFill>
                  <a:ea typeface="Calibri"/>
                  <a:cs typeface="Calibri"/>
                </a:rPr>
                <a:t>Geographic Field Techniques</a:t>
              </a:r>
            </a:p>
          </p:txBody>
        </p:sp>
      </p:grpSp>
      <p:pic>
        <p:nvPicPr>
          <p:cNvPr id="14" name="Picture 13">
            <a:hlinkClick r:id="rId2"/>
            <a:extLst>
              <a:ext uri="{FF2B5EF4-FFF2-40B4-BE49-F238E27FC236}">
                <a16:creationId xmlns:a16="http://schemas.microsoft.com/office/drawing/2014/main" id="{E1101B97-1229-198B-6D25-6C2E2723B753}"/>
              </a:ext>
            </a:extLst>
          </p:cNvPr>
          <p:cNvPicPr>
            <a:picLocks noChangeAspect="1"/>
          </p:cNvPicPr>
          <p:nvPr/>
        </p:nvPicPr>
        <p:blipFill>
          <a:blip r:embed="rId3"/>
          <a:stretch>
            <a:fillRect/>
          </a:stretch>
        </p:blipFill>
        <p:spPr>
          <a:xfrm>
            <a:off x="1461193" y="1234680"/>
            <a:ext cx="1659109" cy="1639200"/>
          </a:xfrm>
          <a:prstGeom prst="rect">
            <a:avLst/>
          </a:prstGeom>
        </p:spPr>
      </p:pic>
      <p:pic>
        <p:nvPicPr>
          <p:cNvPr id="16" name="Picture 15">
            <a:hlinkClick r:id="rId4"/>
            <a:extLst>
              <a:ext uri="{FF2B5EF4-FFF2-40B4-BE49-F238E27FC236}">
                <a16:creationId xmlns:a16="http://schemas.microsoft.com/office/drawing/2014/main" id="{3937F835-7F80-8F4F-6301-9A4F98A48DB2}"/>
              </a:ext>
            </a:extLst>
          </p:cNvPr>
          <p:cNvPicPr>
            <a:picLocks noChangeAspect="1"/>
          </p:cNvPicPr>
          <p:nvPr/>
        </p:nvPicPr>
        <p:blipFill>
          <a:blip r:embed="rId5"/>
          <a:stretch>
            <a:fillRect/>
          </a:stretch>
        </p:blipFill>
        <p:spPr>
          <a:xfrm>
            <a:off x="5293120" y="1319134"/>
            <a:ext cx="1659109" cy="1458206"/>
          </a:xfrm>
          <a:prstGeom prst="roundRect">
            <a:avLst>
              <a:gd name="adj" fmla="val 16667"/>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bevelT w="381000" h="114300" prst="relaxedInset"/>
            <a:contourClr>
              <a:srgbClr val="969696"/>
            </a:contourClr>
          </a:sp3d>
        </p:spPr>
      </p:pic>
    </p:spTree>
    <p:extLst>
      <p:ext uri="{BB962C8B-B14F-4D97-AF65-F5344CB8AC3E}">
        <p14:creationId xmlns:p14="http://schemas.microsoft.com/office/powerpoint/2010/main" val="232926951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D4EB9696-B2DB-43F4-B52A-F64A3152234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9D7B9A9B-3B1A-4D8A-8275-AAA1205C7D4E}"/>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Research</a:t>
            </a:r>
          </a:p>
        </p:txBody>
      </p:sp>
      <p:sp>
        <p:nvSpPr>
          <p:cNvPr id="2" name="Slide Number Placeholder 1">
            <a:extLst>
              <a:ext uri="{FF2B5EF4-FFF2-40B4-BE49-F238E27FC236}">
                <a16:creationId xmlns:a16="http://schemas.microsoft.com/office/drawing/2014/main" id="{6EDBF9BC-B3FC-4D00-B7E0-B2749A88364A}"/>
              </a:ext>
            </a:extLst>
          </p:cNvPr>
          <p:cNvSpPr>
            <a:spLocks noGrp="1"/>
          </p:cNvSpPr>
          <p:nvPr>
            <p:ph type="sldNum" sz="quarter" idx="12"/>
          </p:nvPr>
        </p:nvSpPr>
        <p:spPr/>
        <p:txBody>
          <a:bodyPr/>
          <a:lstStyle/>
          <a:p>
            <a:fld id="{127DDC20-79C9-9647-820E-6D40A3D210C3}" type="slidenum">
              <a:rPr lang="en-US" smtClean="0"/>
              <a:pPr/>
              <a:t>7</a:t>
            </a:fld>
            <a:endParaRPr lang="en-US"/>
          </a:p>
        </p:txBody>
      </p:sp>
      <p:sp>
        <p:nvSpPr>
          <p:cNvPr id="7" name="Rectangle 1027">
            <a:extLst>
              <a:ext uri="{FF2B5EF4-FFF2-40B4-BE49-F238E27FC236}">
                <a16:creationId xmlns:a16="http://schemas.microsoft.com/office/drawing/2014/main" id="{463A92E3-4BED-4C3C-ADD3-9836AC2A02C8}"/>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Wingdings" panose="05000000000000000000" pitchFamily="2" charset="2"/>
              <a:buChar char="ü"/>
            </a:pPr>
            <a:r>
              <a:rPr lang="en-US" altLang="en-US" sz="2400" dirty="0">
                <a:hlinkClick r:id="rId3"/>
              </a:rPr>
              <a:t>Repetitive Pattern of Traffic Accidents in City of Dallas, TX</a:t>
            </a:r>
            <a:endParaRPr lang="en-US" altLang="en-US" sz="2400" dirty="0"/>
          </a:p>
          <a:p>
            <a:pPr>
              <a:buFont typeface="Courier New" panose="02070309020205020404" pitchFamily="49" charset="0"/>
              <a:buChar char="o"/>
            </a:pPr>
            <a:endParaRPr lang="en-US" altLang="en-US" sz="2400" dirty="0"/>
          </a:p>
          <a:p>
            <a:pPr>
              <a:buFont typeface="Courier New" panose="02070309020205020404" pitchFamily="49" charset="0"/>
              <a:buChar char="o"/>
            </a:pPr>
            <a:endParaRPr lang="en-US" altLang="en-US" sz="2400" dirty="0"/>
          </a:p>
          <a:p>
            <a:pPr>
              <a:buFont typeface="Courier New" panose="02070309020205020404" pitchFamily="49" charset="0"/>
              <a:buChar char="o"/>
            </a:pPr>
            <a:endParaRPr lang="en-US" altLang="en-US" sz="2400" dirty="0"/>
          </a:p>
          <a:p>
            <a:pPr>
              <a:buFont typeface="Courier New" panose="02070309020205020404" pitchFamily="49" charset="0"/>
              <a:buChar char="o"/>
            </a:pPr>
            <a:endParaRPr lang="en-US" altLang="en-US" sz="2400" dirty="0"/>
          </a:p>
        </p:txBody>
      </p:sp>
      <p:pic>
        <p:nvPicPr>
          <p:cNvPr id="8" name="Picture 7">
            <a:extLst>
              <a:ext uri="{FF2B5EF4-FFF2-40B4-BE49-F238E27FC236}">
                <a16:creationId xmlns:a16="http://schemas.microsoft.com/office/drawing/2014/main" id="{98B5E191-BD6A-9449-2B82-DBB790936DA6}"/>
              </a:ext>
            </a:extLst>
          </p:cNvPr>
          <p:cNvPicPr>
            <a:picLocks noChangeAspect="1"/>
          </p:cNvPicPr>
          <p:nvPr/>
        </p:nvPicPr>
        <p:blipFill>
          <a:blip r:embed="rId4"/>
          <a:stretch>
            <a:fillRect/>
          </a:stretch>
        </p:blipFill>
        <p:spPr>
          <a:xfrm>
            <a:off x="1447714" y="1562374"/>
            <a:ext cx="5855018" cy="3341811"/>
          </a:xfrm>
          <a:prstGeom prst="rect">
            <a:avLst/>
          </a:prstGeom>
        </p:spPr>
      </p:pic>
    </p:spTree>
    <p:extLst>
      <p:ext uri="{BB962C8B-B14F-4D97-AF65-F5344CB8AC3E}">
        <p14:creationId xmlns:p14="http://schemas.microsoft.com/office/powerpoint/2010/main" val="396914384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D4EB9696-B2DB-43F4-B52A-F64A3152234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9D7B9A9B-3B1A-4D8A-8275-AAA1205C7D4E}"/>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Research</a:t>
            </a:r>
          </a:p>
        </p:txBody>
      </p:sp>
      <p:sp>
        <p:nvSpPr>
          <p:cNvPr id="2" name="Slide Number Placeholder 1">
            <a:extLst>
              <a:ext uri="{FF2B5EF4-FFF2-40B4-BE49-F238E27FC236}">
                <a16:creationId xmlns:a16="http://schemas.microsoft.com/office/drawing/2014/main" id="{6EDBF9BC-B3FC-4D00-B7E0-B2749A88364A}"/>
              </a:ext>
            </a:extLst>
          </p:cNvPr>
          <p:cNvSpPr>
            <a:spLocks noGrp="1"/>
          </p:cNvSpPr>
          <p:nvPr>
            <p:ph type="sldNum" sz="quarter" idx="12"/>
          </p:nvPr>
        </p:nvSpPr>
        <p:spPr/>
        <p:txBody>
          <a:bodyPr/>
          <a:lstStyle/>
          <a:p>
            <a:fld id="{127DDC20-79C9-9647-820E-6D40A3D210C3}" type="slidenum">
              <a:rPr lang="en-US" smtClean="0"/>
              <a:pPr/>
              <a:t>8</a:t>
            </a:fld>
            <a:endParaRPr lang="en-US"/>
          </a:p>
        </p:txBody>
      </p:sp>
      <p:sp>
        <p:nvSpPr>
          <p:cNvPr id="7" name="Rectangle 1027">
            <a:extLst>
              <a:ext uri="{FF2B5EF4-FFF2-40B4-BE49-F238E27FC236}">
                <a16:creationId xmlns:a16="http://schemas.microsoft.com/office/drawing/2014/main" id="{463A92E3-4BED-4C3C-ADD3-9836AC2A02C8}"/>
              </a:ext>
            </a:extLst>
          </p:cNvPr>
          <p:cNvSpPr txBox="1">
            <a:spLocks noChangeArrowheads="1"/>
          </p:cNvSpPr>
          <p:nvPr/>
        </p:nvSpPr>
        <p:spPr>
          <a:xfrm>
            <a:off x="302741" y="1029962"/>
            <a:ext cx="3175287"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r>
              <a:rPr lang="en-US" sz="2400" dirty="0">
                <a:hlinkClick r:id="rId3">
                  <a:extLst>
                    <a:ext uri="{A12FA001-AC4F-418D-AE19-62706E023703}">
                      <ahyp:hlinkClr xmlns:ahyp="http://schemas.microsoft.com/office/drawing/2018/hyperlinkcolor" val="tx"/>
                    </a:ext>
                  </a:extLst>
                </a:hlinkClick>
              </a:rPr>
              <a:t>What Local Environments Drive Opportunities for Social Events?</a:t>
            </a:r>
            <a:endParaRPr lang="en-US" sz="2400" dirty="0"/>
          </a:p>
          <a:p>
            <a:pPr>
              <a:buFont typeface="Courier New" panose="02070309020205020404" pitchFamily="49" charset="0"/>
              <a:buChar char="o"/>
            </a:pPr>
            <a:endParaRPr lang="en-US" altLang="en-US" sz="2400" dirty="0"/>
          </a:p>
          <a:p>
            <a:pPr>
              <a:buFont typeface="Courier New" panose="02070309020205020404" pitchFamily="49" charset="0"/>
              <a:buChar char="o"/>
            </a:pPr>
            <a:endParaRPr lang="en-US" altLang="en-US" sz="2400" dirty="0"/>
          </a:p>
          <a:p>
            <a:pPr>
              <a:buFont typeface="Courier New" panose="02070309020205020404" pitchFamily="49" charset="0"/>
              <a:buChar char="o"/>
            </a:pPr>
            <a:endParaRPr lang="en-US" altLang="en-US" sz="2400" dirty="0"/>
          </a:p>
          <a:p>
            <a:pPr>
              <a:buFont typeface="Courier New" panose="02070309020205020404" pitchFamily="49" charset="0"/>
              <a:buChar char="o"/>
            </a:pPr>
            <a:endParaRPr lang="en-US" altLang="en-US" sz="2400" dirty="0"/>
          </a:p>
          <a:p>
            <a:pPr>
              <a:buFont typeface="Courier New" panose="02070309020205020404" pitchFamily="49" charset="0"/>
              <a:buChar char="o"/>
            </a:pPr>
            <a:endParaRPr lang="en-US" altLang="en-US" sz="2400" dirty="0"/>
          </a:p>
        </p:txBody>
      </p:sp>
      <p:sp>
        <p:nvSpPr>
          <p:cNvPr id="17" name="TextBox 16">
            <a:extLst>
              <a:ext uri="{FF2B5EF4-FFF2-40B4-BE49-F238E27FC236}">
                <a16:creationId xmlns:a16="http://schemas.microsoft.com/office/drawing/2014/main" id="{B8911795-23DA-4FE8-9573-C04E4B81EA37}"/>
              </a:ext>
            </a:extLst>
          </p:cNvPr>
          <p:cNvSpPr txBox="1"/>
          <p:nvPr/>
        </p:nvSpPr>
        <p:spPr>
          <a:xfrm>
            <a:off x="4769433" y="4801302"/>
            <a:ext cx="3145547" cy="276999"/>
          </a:xfrm>
          <a:prstGeom prst="rect">
            <a:avLst/>
          </a:prstGeom>
          <a:noFill/>
        </p:spPr>
        <p:txBody>
          <a:bodyPr wrap="square">
            <a:spAutoFit/>
          </a:bodyPr>
          <a:lstStyle/>
          <a:p>
            <a:r>
              <a:rPr lang="en-US" sz="1200" dirty="0">
                <a:solidFill>
                  <a:srgbClr val="7030A0"/>
                </a:solidFill>
              </a:rPr>
              <a:t>Funded by NASA </a:t>
            </a:r>
            <a:r>
              <a:rPr lang="en-US" sz="1200" dirty="0" err="1">
                <a:solidFill>
                  <a:srgbClr val="7030A0"/>
                </a:solidFill>
              </a:rPr>
              <a:t>EPSCoR</a:t>
            </a:r>
            <a:endParaRPr lang="en-US" sz="1200" dirty="0">
              <a:solidFill>
                <a:srgbClr val="7030A0"/>
              </a:solidFill>
            </a:endParaRPr>
          </a:p>
        </p:txBody>
      </p:sp>
      <p:pic>
        <p:nvPicPr>
          <p:cNvPr id="8" name="Picture 7">
            <a:extLst>
              <a:ext uri="{FF2B5EF4-FFF2-40B4-BE49-F238E27FC236}">
                <a16:creationId xmlns:a16="http://schemas.microsoft.com/office/drawing/2014/main" id="{B81E5EF5-23A8-AFF6-D196-22DA02A7E8B9}"/>
              </a:ext>
            </a:extLst>
          </p:cNvPr>
          <p:cNvPicPr>
            <a:picLocks noChangeAspect="1"/>
          </p:cNvPicPr>
          <p:nvPr/>
        </p:nvPicPr>
        <p:blipFill>
          <a:blip r:embed="rId4"/>
          <a:stretch>
            <a:fillRect/>
          </a:stretch>
        </p:blipFill>
        <p:spPr>
          <a:xfrm>
            <a:off x="3676810" y="1029962"/>
            <a:ext cx="3942528" cy="3982419"/>
          </a:xfrm>
          <a:prstGeom prst="rect">
            <a:avLst/>
          </a:prstGeom>
        </p:spPr>
      </p:pic>
    </p:spTree>
    <p:extLst>
      <p:ext uri="{BB962C8B-B14F-4D97-AF65-F5344CB8AC3E}">
        <p14:creationId xmlns:p14="http://schemas.microsoft.com/office/powerpoint/2010/main" val="247309955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D4EB9696-B2DB-43F4-B52A-F64A3152234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9D7B9A9B-3B1A-4D8A-8275-AAA1205C7D4E}"/>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Research</a:t>
            </a:r>
          </a:p>
        </p:txBody>
      </p:sp>
      <p:sp>
        <p:nvSpPr>
          <p:cNvPr id="2" name="Slide Number Placeholder 1">
            <a:extLst>
              <a:ext uri="{FF2B5EF4-FFF2-40B4-BE49-F238E27FC236}">
                <a16:creationId xmlns:a16="http://schemas.microsoft.com/office/drawing/2014/main" id="{6EDBF9BC-B3FC-4D00-B7E0-B2749A88364A}"/>
              </a:ext>
            </a:extLst>
          </p:cNvPr>
          <p:cNvSpPr>
            <a:spLocks noGrp="1"/>
          </p:cNvSpPr>
          <p:nvPr>
            <p:ph type="sldNum" sz="quarter" idx="12"/>
          </p:nvPr>
        </p:nvSpPr>
        <p:spPr/>
        <p:txBody>
          <a:bodyPr/>
          <a:lstStyle/>
          <a:p>
            <a:fld id="{127DDC20-79C9-9647-820E-6D40A3D210C3}" type="slidenum">
              <a:rPr lang="en-US" smtClean="0"/>
              <a:pPr/>
              <a:t>9</a:t>
            </a:fld>
            <a:endParaRPr lang="en-US"/>
          </a:p>
        </p:txBody>
      </p:sp>
      <p:pic>
        <p:nvPicPr>
          <p:cNvPr id="6" name="Picture 5">
            <a:extLst>
              <a:ext uri="{FF2B5EF4-FFF2-40B4-BE49-F238E27FC236}">
                <a16:creationId xmlns:a16="http://schemas.microsoft.com/office/drawing/2014/main" id="{B282B5B5-9111-47F4-3FBB-C309B346F6A8}"/>
              </a:ext>
            </a:extLst>
          </p:cNvPr>
          <p:cNvPicPr>
            <a:picLocks noChangeAspect="1"/>
          </p:cNvPicPr>
          <p:nvPr/>
        </p:nvPicPr>
        <p:blipFill>
          <a:blip r:embed="rId3"/>
          <a:stretch>
            <a:fillRect/>
          </a:stretch>
        </p:blipFill>
        <p:spPr>
          <a:xfrm>
            <a:off x="1640983" y="1105929"/>
            <a:ext cx="5449486" cy="3539001"/>
          </a:xfrm>
          <a:prstGeom prst="rect">
            <a:avLst/>
          </a:prstGeom>
        </p:spPr>
      </p:pic>
    </p:spTree>
    <p:extLst>
      <p:ext uri="{BB962C8B-B14F-4D97-AF65-F5344CB8AC3E}">
        <p14:creationId xmlns:p14="http://schemas.microsoft.com/office/powerpoint/2010/main" val="230431912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D4EB9696-B2DB-43F4-B52A-F64A3152234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9D7B9A9B-3B1A-4D8A-8275-AAA1205C7D4E}"/>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Research</a:t>
            </a:r>
          </a:p>
        </p:txBody>
      </p:sp>
      <p:sp>
        <p:nvSpPr>
          <p:cNvPr id="2" name="Slide Number Placeholder 1">
            <a:extLst>
              <a:ext uri="{FF2B5EF4-FFF2-40B4-BE49-F238E27FC236}">
                <a16:creationId xmlns:a16="http://schemas.microsoft.com/office/drawing/2014/main" id="{6EDBF9BC-B3FC-4D00-B7E0-B2749A88364A}"/>
              </a:ext>
            </a:extLst>
          </p:cNvPr>
          <p:cNvSpPr>
            <a:spLocks noGrp="1"/>
          </p:cNvSpPr>
          <p:nvPr>
            <p:ph type="sldNum" sz="quarter" idx="12"/>
          </p:nvPr>
        </p:nvSpPr>
        <p:spPr/>
        <p:txBody>
          <a:bodyPr/>
          <a:lstStyle/>
          <a:p>
            <a:fld id="{127DDC20-79C9-9647-820E-6D40A3D210C3}" type="slidenum">
              <a:rPr lang="en-US" smtClean="0"/>
              <a:pPr/>
              <a:t>10</a:t>
            </a:fld>
            <a:endParaRPr lang="en-US"/>
          </a:p>
        </p:txBody>
      </p:sp>
      <p:sp>
        <p:nvSpPr>
          <p:cNvPr id="7" name="Rectangle 1027">
            <a:extLst>
              <a:ext uri="{FF2B5EF4-FFF2-40B4-BE49-F238E27FC236}">
                <a16:creationId xmlns:a16="http://schemas.microsoft.com/office/drawing/2014/main" id="{57AAF2BE-A0B7-4F0B-85C2-A3E4439D9C44}"/>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Wingdings" panose="05000000000000000000" pitchFamily="2" charset="2"/>
              <a:buChar char="ü"/>
            </a:pPr>
            <a:r>
              <a:rPr lang="en-US" altLang="en-US" sz="2400" dirty="0"/>
              <a:t>Sanborn Historical Map</a:t>
            </a:r>
          </a:p>
          <a:p>
            <a:pPr>
              <a:buFont typeface="Courier New" panose="02070309020205020404" pitchFamily="49" charset="0"/>
              <a:buChar char="o"/>
            </a:pPr>
            <a:endParaRPr lang="en-US" altLang="en-US" sz="2400" dirty="0"/>
          </a:p>
          <a:p>
            <a:pPr>
              <a:buFont typeface="Courier New" panose="02070309020205020404" pitchFamily="49" charset="0"/>
              <a:buChar char="o"/>
            </a:pPr>
            <a:endParaRPr lang="en-US" altLang="en-US" sz="2400" dirty="0"/>
          </a:p>
          <a:p>
            <a:pPr>
              <a:buFont typeface="Courier New" panose="02070309020205020404" pitchFamily="49" charset="0"/>
              <a:buChar char="o"/>
            </a:pPr>
            <a:endParaRPr lang="en-US" altLang="en-US" sz="2400" dirty="0"/>
          </a:p>
          <a:p>
            <a:pPr>
              <a:buFont typeface="Courier New" panose="02070309020205020404" pitchFamily="49" charset="0"/>
              <a:buChar char="o"/>
            </a:pPr>
            <a:endParaRPr lang="en-US" altLang="en-US" sz="2400" dirty="0"/>
          </a:p>
        </p:txBody>
      </p:sp>
      <p:pic>
        <p:nvPicPr>
          <p:cNvPr id="6" name="Picture 5">
            <a:extLst>
              <a:ext uri="{FF2B5EF4-FFF2-40B4-BE49-F238E27FC236}">
                <a16:creationId xmlns:a16="http://schemas.microsoft.com/office/drawing/2014/main" id="{E313E708-9460-7DBC-ACAA-1E9FA467571D}"/>
              </a:ext>
            </a:extLst>
          </p:cNvPr>
          <p:cNvPicPr>
            <a:picLocks noChangeAspect="1"/>
          </p:cNvPicPr>
          <p:nvPr/>
        </p:nvPicPr>
        <p:blipFill>
          <a:blip r:embed="rId3"/>
          <a:srcRect r="82205"/>
          <a:stretch>
            <a:fillRect/>
          </a:stretch>
        </p:blipFill>
        <p:spPr>
          <a:xfrm>
            <a:off x="302741" y="2042598"/>
            <a:ext cx="1559685" cy="1860928"/>
          </a:xfrm>
          <a:prstGeom prst="rect">
            <a:avLst/>
          </a:prstGeom>
        </p:spPr>
      </p:pic>
      <p:pic>
        <p:nvPicPr>
          <p:cNvPr id="8" name="Picture 7">
            <a:extLst>
              <a:ext uri="{FF2B5EF4-FFF2-40B4-BE49-F238E27FC236}">
                <a16:creationId xmlns:a16="http://schemas.microsoft.com/office/drawing/2014/main" id="{32BBB0F7-4FE4-2E43-EC5D-67EADE7FD163}"/>
              </a:ext>
            </a:extLst>
          </p:cNvPr>
          <p:cNvPicPr>
            <a:picLocks noChangeAspect="1"/>
          </p:cNvPicPr>
          <p:nvPr/>
        </p:nvPicPr>
        <p:blipFill>
          <a:blip r:embed="rId3"/>
          <a:srcRect l="39042" r="40750"/>
          <a:stretch>
            <a:fillRect/>
          </a:stretch>
        </p:blipFill>
        <p:spPr>
          <a:xfrm>
            <a:off x="2159464" y="2042598"/>
            <a:ext cx="1684675" cy="1770092"/>
          </a:xfrm>
          <a:prstGeom prst="rect">
            <a:avLst/>
          </a:prstGeom>
        </p:spPr>
      </p:pic>
      <p:pic>
        <p:nvPicPr>
          <p:cNvPr id="9" name="Picture 8">
            <a:extLst>
              <a:ext uri="{FF2B5EF4-FFF2-40B4-BE49-F238E27FC236}">
                <a16:creationId xmlns:a16="http://schemas.microsoft.com/office/drawing/2014/main" id="{A9C609DB-C691-27B2-13DB-D50241A6D6C1}"/>
              </a:ext>
            </a:extLst>
          </p:cNvPr>
          <p:cNvPicPr>
            <a:picLocks noChangeAspect="1"/>
          </p:cNvPicPr>
          <p:nvPr/>
        </p:nvPicPr>
        <p:blipFill>
          <a:blip r:embed="rId3"/>
          <a:srcRect l="58981" r="20811"/>
          <a:stretch>
            <a:fillRect/>
          </a:stretch>
        </p:blipFill>
        <p:spPr>
          <a:xfrm>
            <a:off x="4069887" y="2042597"/>
            <a:ext cx="1731348" cy="1770091"/>
          </a:xfrm>
          <a:prstGeom prst="rect">
            <a:avLst/>
          </a:prstGeom>
        </p:spPr>
      </p:pic>
      <p:pic>
        <p:nvPicPr>
          <p:cNvPr id="10" name="Picture 9">
            <a:extLst>
              <a:ext uri="{FF2B5EF4-FFF2-40B4-BE49-F238E27FC236}">
                <a16:creationId xmlns:a16="http://schemas.microsoft.com/office/drawing/2014/main" id="{6BB54406-07E3-BF92-0E47-0A44F05B140D}"/>
              </a:ext>
            </a:extLst>
          </p:cNvPr>
          <p:cNvPicPr>
            <a:picLocks noChangeAspect="1"/>
          </p:cNvPicPr>
          <p:nvPr/>
        </p:nvPicPr>
        <p:blipFill>
          <a:blip r:embed="rId3"/>
          <a:srcRect l="78811"/>
          <a:stretch>
            <a:fillRect/>
          </a:stretch>
        </p:blipFill>
        <p:spPr>
          <a:xfrm>
            <a:off x="5897880" y="2042598"/>
            <a:ext cx="1613385" cy="1770092"/>
          </a:xfrm>
          <a:prstGeom prst="rect">
            <a:avLst/>
          </a:prstGeom>
        </p:spPr>
      </p:pic>
    </p:spTree>
    <p:extLst>
      <p:ext uri="{BB962C8B-B14F-4D97-AF65-F5344CB8AC3E}">
        <p14:creationId xmlns:p14="http://schemas.microsoft.com/office/powerpoint/2010/main" val="4289574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DDADFE-55C8-3641-3569-C3FCAA6F78A8}"/>
            </a:ext>
          </a:extLst>
        </p:cNvPr>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FAD2CC1D-04A3-6C6A-053A-5ADF71E4D727}"/>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B2FD4F72-AB07-3A8C-AFFC-0BAAEE3576C2}"/>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Indoor GIS</a:t>
            </a:r>
          </a:p>
        </p:txBody>
      </p:sp>
      <p:sp>
        <p:nvSpPr>
          <p:cNvPr id="2" name="Slide Number Placeholder 1">
            <a:extLst>
              <a:ext uri="{FF2B5EF4-FFF2-40B4-BE49-F238E27FC236}">
                <a16:creationId xmlns:a16="http://schemas.microsoft.com/office/drawing/2014/main" id="{693BCCD7-2362-3600-55F8-F552E0E32843}"/>
              </a:ext>
            </a:extLst>
          </p:cNvPr>
          <p:cNvSpPr>
            <a:spLocks noGrp="1"/>
          </p:cNvSpPr>
          <p:nvPr>
            <p:ph type="sldNum" sz="quarter" idx="12"/>
          </p:nvPr>
        </p:nvSpPr>
        <p:spPr/>
        <p:txBody>
          <a:bodyPr/>
          <a:lstStyle/>
          <a:p>
            <a:fld id="{127DDC20-79C9-9647-820E-6D40A3D210C3}" type="slidenum">
              <a:rPr lang="en-US" smtClean="0"/>
              <a:pPr/>
              <a:t>11</a:t>
            </a:fld>
            <a:endParaRPr lang="en-US"/>
          </a:p>
        </p:txBody>
      </p:sp>
      <p:pic>
        <p:nvPicPr>
          <p:cNvPr id="6" name="Picture 5">
            <a:extLst>
              <a:ext uri="{FF2B5EF4-FFF2-40B4-BE49-F238E27FC236}">
                <a16:creationId xmlns:a16="http://schemas.microsoft.com/office/drawing/2014/main" id="{6CB93F07-930C-2C44-0B29-6B491582B9F2}"/>
              </a:ext>
            </a:extLst>
          </p:cNvPr>
          <p:cNvPicPr>
            <a:picLocks noChangeAspect="1"/>
          </p:cNvPicPr>
          <p:nvPr/>
        </p:nvPicPr>
        <p:blipFill>
          <a:blip r:embed="rId3"/>
          <a:stretch>
            <a:fillRect/>
          </a:stretch>
        </p:blipFill>
        <p:spPr>
          <a:xfrm>
            <a:off x="761778" y="1052571"/>
            <a:ext cx="6706044" cy="3774155"/>
          </a:xfrm>
          <a:prstGeom prst="rect">
            <a:avLst/>
          </a:prstGeom>
        </p:spPr>
      </p:pic>
    </p:spTree>
    <p:extLst>
      <p:ext uri="{BB962C8B-B14F-4D97-AF65-F5344CB8AC3E}">
        <p14:creationId xmlns:p14="http://schemas.microsoft.com/office/powerpoint/2010/main" val="186125633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550ECD-0024-B765-D8E6-5E78E20D9174}"/>
            </a:ext>
          </a:extLst>
        </p:cNvPr>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737B76DD-BB20-249A-875D-57174B21500A}"/>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B3346964-F268-5902-9A1B-87179C403DE7}"/>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L</a:t>
            </a:r>
            <a:r>
              <a:rPr lang="en-US" altLang="zh-CN" sz="2600" dirty="0">
                <a:solidFill>
                  <a:srgbClr val="7030A0"/>
                </a:solidFill>
              </a:rPr>
              <a:t>idar – 3D Campus</a:t>
            </a:r>
            <a:endParaRPr lang="en-US" sz="2600" dirty="0">
              <a:solidFill>
                <a:srgbClr val="7030A0"/>
              </a:solidFill>
            </a:endParaRPr>
          </a:p>
        </p:txBody>
      </p:sp>
      <p:sp>
        <p:nvSpPr>
          <p:cNvPr id="2" name="Slide Number Placeholder 1">
            <a:extLst>
              <a:ext uri="{FF2B5EF4-FFF2-40B4-BE49-F238E27FC236}">
                <a16:creationId xmlns:a16="http://schemas.microsoft.com/office/drawing/2014/main" id="{3E1EA910-11A6-0CDD-D2E2-544B00BC8824}"/>
              </a:ext>
            </a:extLst>
          </p:cNvPr>
          <p:cNvSpPr>
            <a:spLocks noGrp="1"/>
          </p:cNvSpPr>
          <p:nvPr>
            <p:ph type="sldNum" sz="quarter" idx="12"/>
          </p:nvPr>
        </p:nvSpPr>
        <p:spPr/>
        <p:txBody>
          <a:bodyPr/>
          <a:lstStyle/>
          <a:p>
            <a:fld id="{127DDC20-79C9-9647-820E-6D40A3D210C3}" type="slidenum">
              <a:rPr lang="en-US" smtClean="0"/>
              <a:pPr/>
              <a:t>12</a:t>
            </a:fld>
            <a:endParaRPr lang="en-US"/>
          </a:p>
        </p:txBody>
      </p:sp>
      <p:pic>
        <p:nvPicPr>
          <p:cNvPr id="6" name="Picture 5">
            <a:extLst>
              <a:ext uri="{FF2B5EF4-FFF2-40B4-BE49-F238E27FC236}">
                <a16:creationId xmlns:a16="http://schemas.microsoft.com/office/drawing/2014/main" id="{1ACF72F5-B2F9-3FC4-164E-2F69896E8903}"/>
              </a:ext>
            </a:extLst>
          </p:cNvPr>
          <p:cNvPicPr>
            <a:picLocks noChangeAspect="1"/>
          </p:cNvPicPr>
          <p:nvPr/>
        </p:nvPicPr>
        <p:blipFill>
          <a:blip r:embed="rId3"/>
          <a:stretch>
            <a:fillRect/>
          </a:stretch>
        </p:blipFill>
        <p:spPr>
          <a:xfrm>
            <a:off x="698863" y="1094781"/>
            <a:ext cx="6727371" cy="3809404"/>
          </a:xfrm>
          <a:prstGeom prst="rect">
            <a:avLst/>
          </a:prstGeom>
        </p:spPr>
      </p:pic>
    </p:spTree>
    <p:extLst>
      <p:ext uri="{BB962C8B-B14F-4D97-AF65-F5344CB8AC3E}">
        <p14:creationId xmlns:p14="http://schemas.microsoft.com/office/powerpoint/2010/main" val="169127833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D4EB9696-B2DB-43F4-B52A-F64A3152234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9D7B9A9B-3B1A-4D8A-8275-AAA1205C7D4E}"/>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About you</a:t>
            </a:r>
          </a:p>
        </p:txBody>
      </p:sp>
      <p:sp>
        <p:nvSpPr>
          <p:cNvPr id="2" name="Slide Number Placeholder 1">
            <a:extLst>
              <a:ext uri="{FF2B5EF4-FFF2-40B4-BE49-F238E27FC236}">
                <a16:creationId xmlns:a16="http://schemas.microsoft.com/office/drawing/2014/main" id="{6EDBF9BC-B3FC-4D00-B7E0-B2749A88364A}"/>
              </a:ext>
            </a:extLst>
          </p:cNvPr>
          <p:cNvSpPr>
            <a:spLocks noGrp="1"/>
          </p:cNvSpPr>
          <p:nvPr>
            <p:ph type="sldNum" sz="quarter" idx="12"/>
          </p:nvPr>
        </p:nvSpPr>
        <p:spPr/>
        <p:txBody>
          <a:bodyPr/>
          <a:lstStyle/>
          <a:p>
            <a:fld id="{127DDC20-79C9-9647-820E-6D40A3D210C3}" type="slidenum">
              <a:rPr lang="en-US" smtClean="0"/>
              <a:pPr/>
              <a:t>13</a:t>
            </a:fld>
            <a:endParaRPr lang="en-US"/>
          </a:p>
        </p:txBody>
      </p:sp>
      <p:sp>
        <p:nvSpPr>
          <p:cNvPr id="3" name="Rectangle 1027">
            <a:extLst>
              <a:ext uri="{FF2B5EF4-FFF2-40B4-BE49-F238E27FC236}">
                <a16:creationId xmlns:a16="http://schemas.microsoft.com/office/drawing/2014/main" id="{A7A860E1-7EF7-42D9-969A-5DD5BFC52179}"/>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lnSpcReduction="10000"/>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lnSpc>
                <a:spcPct val="200000"/>
              </a:lnSpc>
            </a:pPr>
            <a:r>
              <a:rPr lang="en-US" sz="2400" dirty="0"/>
              <a:t>Your background (e.g., name, major)</a:t>
            </a:r>
          </a:p>
          <a:p>
            <a:pPr>
              <a:lnSpc>
                <a:spcPct val="200000"/>
              </a:lnSpc>
            </a:pPr>
            <a:r>
              <a:rPr lang="en-US" sz="2400" dirty="0"/>
              <a:t>Share something from your summer break</a:t>
            </a:r>
          </a:p>
          <a:p>
            <a:pPr>
              <a:lnSpc>
                <a:spcPct val="200000"/>
              </a:lnSpc>
            </a:pPr>
            <a:r>
              <a:rPr lang="en-US" sz="2400" dirty="0">
                <a:ea typeface="ＭＳ Ｐゴシック"/>
              </a:rPr>
              <a:t>What relevant experience do you have with Geographic Field Techniques?</a:t>
            </a:r>
          </a:p>
          <a:p>
            <a:pPr>
              <a:lnSpc>
                <a:spcPct val="200000"/>
              </a:lnSpc>
            </a:pPr>
            <a:r>
              <a:rPr lang="en-US" sz="2400" dirty="0"/>
              <a:t>What are your expectations for this course?</a:t>
            </a:r>
          </a:p>
          <a:p>
            <a:pPr>
              <a:buFont typeface="Courier New" panose="02070309020205020404" pitchFamily="49" charset="0"/>
              <a:buChar char="o"/>
            </a:pPr>
            <a:endParaRPr lang="en-US" altLang="en-US" sz="2400" dirty="0"/>
          </a:p>
        </p:txBody>
      </p:sp>
    </p:spTree>
    <p:extLst>
      <p:ext uri="{BB962C8B-B14F-4D97-AF65-F5344CB8AC3E}">
        <p14:creationId xmlns:p14="http://schemas.microsoft.com/office/powerpoint/2010/main" val="396725117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3" name="Rectangle 1027">
            <a:extLst>
              <a:ext uri="{FF2B5EF4-FFF2-40B4-BE49-F238E27FC236}">
                <a16:creationId xmlns:a16="http://schemas.microsoft.com/office/drawing/2014/main" id="{F91C3C4F-AFA8-48B3-AF1A-33AC2E596FD4}"/>
              </a:ext>
            </a:extLst>
          </p:cNvPr>
          <p:cNvSpPr>
            <a:spLocks noGrp="1" noChangeArrowheads="1"/>
          </p:cNvSpPr>
          <p:nvPr>
            <p:ph type="body" idx="1"/>
          </p:nvPr>
        </p:nvSpPr>
        <p:spPr>
          <a:xfrm>
            <a:off x="302741" y="1029962"/>
            <a:ext cx="7679724" cy="3886200"/>
          </a:xfrm>
        </p:spPr>
        <p:txBody>
          <a:bodyPr>
            <a:normAutofit/>
          </a:bodyPr>
          <a:lstStyle/>
          <a:p>
            <a:pPr>
              <a:buFont typeface="Courier New" panose="02070309020205020404" pitchFamily="49" charset="0"/>
              <a:buChar char="o"/>
            </a:pPr>
            <a:r>
              <a:rPr lang="en-US" altLang="en-US" sz="2400" dirty="0">
                <a:solidFill>
                  <a:srgbClr val="7030A0"/>
                </a:solidFill>
              </a:rPr>
              <a:t>Book</a:t>
            </a:r>
            <a:endParaRPr lang="en-US" sz="1800" b="0" i="0" u="none" strike="noStrike" baseline="0" dirty="0">
              <a:solidFill>
                <a:srgbClr val="000000"/>
              </a:solidFill>
              <a:latin typeface="Times New Roman" panose="02020603050405020304" pitchFamily="18" charset="0"/>
            </a:endParaRPr>
          </a:p>
          <a:p>
            <a:pPr lvl="0">
              <a:buFont typeface="Wingdings" panose="05000000000000000000" pitchFamily="2" charset="2"/>
              <a:buChar char="ü"/>
            </a:pPr>
            <a:r>
              <a:rPr lang="en-US" sz="2400" dirty="0"/>
              <a:t>Getting to know Mobile GIS by </a:t>
            </a:r>
            <a:r>
              <a:rPr lang="en-US" sz="2400" dirty="0" err="1"/>
              <a:t>Pinde</a:t>
            </a:r>
            <a:r>
              <a:rPr lang="en-US" sz="2400" dirty="0"/>
              <a:t> Fu (ISBN: 9781589487079)</a:t>
            </a:r>
          </a:p>
          <a:p>
            <a:pPr lvl="0">
              <a:buFont typeface="Wingdings" panose="05000000000000000000" pitchFamily="2" charset="2"/>
              <a:buChar char="ü"/>
            </a:pPr>
            <a:r>
              <a:rPr lang="en-US" sz="2400" dirty="0"/>
              <a:t>Getting to Know Web GIS, by </a:t>
            </a:r>
            <a:r>
              <a:rPr lang="en-US" sz="2400" dirty="0" err="1"/>
              <a:t>Pinde</a:t>
            </a:r>
            <a:r>
              <a:rPr lang="en-US" sz="2400" dirty="0"/>
              <a:t> Fu (Esri Press, 5th Edition, ISBN: 9781589487079)</a:t>
            </a:r>
          </a:p>
          <a:p>
            <a:pPr>
              <a:buFont typeface="Wingdings" panose="05000000000000000000" pitchFamily="2" charset="2"/>
              <a:buChar char="ü"/>
            </a:pPr>
            <a:endParaRPr lang="en-US" sz="2160" b="0" i="1" u="none" strike="noStrike" baseline="0" dirty="0">
              <a:solidFill>
                <a:srgbClr val="000000"/>
              </a:solidFill>
            </a:endParaRPr>
          </a:p>
        </p:txBody>
      </p:sp>
      <p:cxnSp>
        <p:nvCxnSpPr>
          <p:cNvPr id="4" name="Straight Connector 3">
            <a:extLst>
              <a:ext uri="{FF2B5EF4-FFF2-40B4-BE49-F238E27FC236}">
                <a16:creationId xmlns:a16="http://schemas.microsoft.com/office/drawing/2014/main" id="{D4EB9696-B2DB-43F4-B52A-F64A3152234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9D7B9A9B-3B1A-4D8A-8275-AAA1205C7D4E}"/>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Course overview and expectations</a:t>
            </a:r>
            <a:endParaRPr lang="en-US" sz="2600" i="1" dirty="0">
              <a:solidFill>
                <a:srgbClr val="7030A0"/>
              </a:solidFill>
            </a:endParaRPr>
          </a:p>
        </p:txBody>
      </p:sp>
      <p:sp>
        <p:nvSpPr>
          <p:cNvPr id="2" name="Slide Number Placeholder 1">
            <a:extLst>
              <a:ext uri="{FF2B5EF4-FFF2-40B4-BE49-F238E27FC236}">
                <a16:creationId xmlns:a16="http://schemas.microsoft.com/office/drawing/2014/main" id="{6EDBF9BC-B3FC-4D00-B7E0-B2749A88364A}"/>
              </a:ext>
            </a:extLst>
          </p:cNvPr>
          <p:cNvSpPr>
            <a:spLocks noGrp="1"/>
          </p:cNvSpPr>
          <p:nvPr>
            <p:ph type="sldNum" sz="quarter" idx="12"/>
          </p:nvPr>
        </p:nvSpPr>
        <p:spPr/>
        <p:txBody>
          <a:bodyPr/>
          <a:lstStyle/>
          <a:p>
            <a:fld id="{127DDC20-79C9-9647-820E-6D40A3D210C3}" type="slidenum">
              <a:rPr lang="en-US" smtClean="0"/>
              <a:pPr/>
              <a:t>14</a:t>
            </a:fld>
            <a:endParaRPr lang="en-US"/>
          </a:p>
        </p:txBody>
      </p:sp>
      <p:pic>
        <p:nvPicPr>
          <p:cNvPr id="3" name="Picture 2">
            <a:extLst>
              <a:ext uri="{FF2B5EF4-FFF2-40B4-BE49-F238E27FC236}">
                <a16:creationId xmlns:a16="http://schemas.microsoft.com/office/drawing/2014/main" id="{A75312BD-3271-5EE5-44A3-504C376A0973}"/>
              </a:ext>
            </a:extLst>
          </p:cNvPr>
          <p:cNvPicPr>
            <a:picLocks noChangeAspect="1"/>
          </p:cNvPicPr>
          <p:nvPr/>
        </p:nvPicPr>
        <p:blipFill>
          <a:blip r:embed="rId3"/>
          <a:stretch>
            <a:fillRect/>
          </a:stretch>
        </p:blipFill>
        <p:spPr>
          <a:xfrm>
            <a:off x="5026525" y="2957857"/>
            <a:ext cx="1583075" cy="2083249"/>
          </a:xfrm>
          <a:prstGeom prst="rect">
            <a:avLst/>
          </a:prstGeom>
        </p:spPr>
      </p:pic>
      <p:pic>
        <p:nvPicPr>
          <p:cNvPr id="7" name="Picture 6">
            <a:extLst>
              <a:ext uri="{FF2B5EF4-FFF2-40B4-BE49-F238E27FC236}">
                <a16:creationId xmlns:a16="http://schemas.microsoft.com/office/drawing/2014/main" id="{A1372B81-BFB5-103D-6CF0-FCBDE3621B96}"/>
              </a:ext>
            </a:extLst>
          </p:cNvPr>
          <p:cNvPicPr>
            <a:picLocks noChangeAspect="1"/>
          </p:cNvPicPr>
          <p:nvPr/>
        </p:nvPicPr>
        <p:blipFill>
          <a:blip r:embed="rId4"/>
          <a:stretch>
            <a:fillRect/>
          </a:stretch>
        </p:blipFill>
        <p:spPr>
          <a:xfrm>
            <a:off x="1419638" y="3087699"/>
            <a:ext cx="1474762" cy="1935513"/>
          </a:xfrm>
          <a:prstGeom prst="rect">
            <a:avLst/>
          </a:prstGeom>
        </p:spPr>
      </p:pic>
    </p:spTree>
    <p:extLst>
      <p:ext uri="{BB962C8B-B14F-4D97-AF65-F5344CB8AC3E}">
        <p14:creationId xmlns:p14="http://schemas.microsoft.com/office/powerpoint/2010/main" val="194564292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B7FF37-15E6-C537-97A9-CD1A22D98144}"/>
            </a:ext>
          </a:extLst>
        </p:cNvPr>
        <p:cNvGrpSpPr/>
        <p:nvPr/>
      </p:nvGrpSpPr>
      <p:grpSpPr>
        <a:xfrm>
          <a:off x="0" y="0"/>
          <a:ext cx="0" cy="0"/>
          <a:chOff x="0" y="0"/>
          <a:chExt cx="0" cy="0"/>
        </a:xfrm>
      </p:grpSpPr>
      <p:sp>
        <p:nvSpPr>
          <p:cNvPr id="56323" name="Rectangle 1027">
            <a:extLst>
              <a:ext uri="{FF2B5EF4-FFF2-40B4-BE49-F238E27FC236}">
                <a16:creationId xmlns:a16="http://schemas.microsoft.com/office/drawing/2014/main" id="{1A564AA3-3788-A96A-1144-500C1C5F3A8A}"/>
              </a:ext>
            </a:extLst>
          </p:cNvPr>
          <p:cNvSpPr>
            <a:spLocks noGrp="1" noChangeArrowheads="1"/>
          </p:cNvSpPr>
          <p:nvPr>
            <p:ph type="body" idx="1"/>
          </p:nvPr>
        </p:nvSpPr>
        <p:spPr>
          <a:xfrm>
            <a:off x="302741" y="1029962"/>
            <a:ext cx="7679724" cy="3886200"/>
          </a:xfrm>
        </p:spPr>
        <p:txBody>
          <a:bodyPr>
            <a:normAutofit/>
          </a:bodyPr>
          <a:lstStyle/>
          <a:p>
            <a:pPr>
              <a:buFont typeface="Courier New" panose="02070309020205020404" pitchFamily="49" charset="0"/>
              <a:buChar char="o"/>
            </a:pPr>
            <a:r>
              <a:rPr lang="en-US" altLang="en-US" sz="2400" dirty="0">
                <a:solidFill>
                  <a:srgbClr val="7030A0"/>
                </a:solidFill>
              </a:rPr>
              <a:t>Book</a:t>
            </a:r>
            <a:endParaRPr lang="en-US" sz="1800" b="0" i="0" u="none" strike="noStrike" baseline="0" dirty="0">
              <a:solidFill>
                <a:srgbClr val="000000"/>
              </a:solidFill>
              <a:latin typeface="Times New Roman" panose="02020603050405020304" pitchFamily="18" charset="0"/>
            </a:endParaRPr>
          </a:p>
          <a:p>
            <a:pPr lvl="0">
              <a:buFont typeface="Wingdings" panose="05000000000000000000" pitchFamily="2" charset="2"/>
              <a:buChar char="ü"/>
            </a:pPr>
            <a:r>
              <a:rPr lang="en-US" sz="2400" dirty="0"/>
              <a:t>Understanding GPS: Principles and Applications edited by Elliott D. Kaplan and Christopher J. Hegarty (ISBN-10: 1580538940; ISBN-13: 9781580538947)</a:t>
            </a:r>
          </a:p>
          <a:p>
            <a:pPr lvl="0">
              <a:buFont typeface="Wingdings" panose="05000000000000000000" pitchFamily="2" charset="2"/>
              <a:buChar char="ü"/>
            </a:pPr>
            <a:r>
              <a:rPr lang="en-US" sz="2400" dirty="0"/>
              <a:t>Fundamentals of Capturing and Processing Drone Imagery and Data edited by Amy E. Frazier and Kunwar K. Singh (ISBN 9780367245726)</a:t>
            </a:r>
          </a:p>
          <a:p>
            <a:pPr>
              <a:buFont typeface="Wingdings" panose="05000000000000000000" pitchFamily="2" charset="2"/>
              <a:buChar char="ü"/>
            </a:pPr>
            <a:endParaRPr lang="en-US" sz="2160" b="0" i="1" u="none" strike="noStrike" baseline="0" dirty="0">
              <a:solidFill>
                <a:srgbClr val="000000"/>
              </a:solidFill>
            </a:endParaRPr>
          </a:p>
        </p:txBody>
      </p:sp>
      <p:cxnSp>
        <p:nvCxnSpPr>
          <p:cNvPr id="4" name="Straight Connector 3">
            <a:extLst>
              <a:ext uri="{FF2B5EF4-FFF2-40B4-BE49-F238E27FC236}">
                <a16:creationId xmlns:a16="http://schemas.microsoft.com/office/drawing/2014/main" id="{8FC3A348-3471-687B-F8B3-7E1AF9341BAC}"/>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50D79F3D-596C-563D-610F-48EC9E593791}"/>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Course overview and expectations</a:t>
            </a:r>
            <a:endParaRPr lang="en-US" sz="2600" i="1" dirty="0">
              <a:solidFill>
                <a:srgbClr val="7030A0"/>
              </a:solidFill>
            </a:endParaRPr>
          </a:p>
        </p:txBody>
      </p:sp>
      <p:sp>
        <p:nvSpPr>
          <p:cNvPr id="2" name="Slide Number Placeholder 1">
            <a:extLst>
              <a:ext uri="{FF2B5EF4-FFF2-40B4-BE49-F238E27FC236}">
                <a16:creationId xmlns:a16="http://schemas.microsoft.com/office/drawing/2014/main" id="{69B54E54-17F2-0F66-0672-B06CA463719A}"/>
              </a:ext>
            </a:extLst>
          </p:cNvPr>
          <p:cNvSpPr>
            <a:spLocks noGrp="1"/>
          </p:cNvSpPr>
          <p:nvPr>
            <p:ph type="sldNum" sz="quarter" idx="12"/>
          </p:nvPr>
        </p:nvSpPr>
        <p:spPr/>
        <p:txBody>
          <a:bodyPr/>
          <a:lstStyle/>
          <a:p>
            <a:fld id="{127DDC20-79C9-9647-820E-6D40A3D210C3}" type="slidenum">
              <a:rPr lang="en-US" smtClean="0"/>
              <a:pPr/>
              <a:t>15</a:t>
            </a:fld>
            <a:endParaRPr lang="en-US"/>
          </a:p>
        </p:txBody>
      </p:sp>
      <p:pic>
        <p:nvPicPr>
          <p:cNvPr id="6" name="Picture 5">
            <a:extLst>
              <a:ext uri="{FF2B5EF4-FFF2-40B4-BE49-F238E27FC236}">
                <a16:creationId xmlns:a16="http://schemas.microsoft.com/office/drawing/2014/main" id="{B01C8915-DC38-F7F5-7458-195A22609DC4}"/>
              </a:ext>
            </a:extLst>
          </p:cNvPr>
          <p:cNvPicPr>
            <a:picLocks noChangeAspect="1"/>
          </p:cNvPicPr>
          <p:nvPr/>
        </p:nvPicPr>
        <p:blipFill>
          <a:blip r:embed="rId3"/>
          <a:stretch>
            <a:fillRect/>
          </a:stretch>
        </p:blipFill>
        <p:spPr>
          <a:xfrm>
            <a:off x="6022713" y="3588552"/>
            <a:ext cx="1155687" cy="1511866"/>
          </a:xfrm>
          <a:prstGeom prst="rect">
            <a:avLst/>
          </a:prstGeom>
        </p:spPr>
      </p:pic>
      <p:pic>
        <p:nvPicPr>
          <p:cNvPr id="8" name="Picture 7">
            <a:extLst>
              <a:ext uri="{FF2B5EF4-FFF2-40B4-BE49-F238E27FC236}">
                <a16:creationId xmlns:a16="http://schemas.microsoft.com/office/drawing/2014/main" id="{2354FE7D-9707-FBDB-B410-B001FCFA8BB8}"/>
              </a:ext>
            </a:extLst>
          </p:cNvPr>
          <p:cNvPicPr>
            <a:picLocks noChangeAspect="1"/>
          </p:cNvPicPr>
          <p:nvPr/>
        </p:nvPicPr>
        <p:blipFill>
          <a:blip r:embed="rId4"/>
          <a:stretch>
            <a:fillRect/>
          </a:stretch>
        </p:blipFill>
        <p:spPr>
          <a:xfrm>
            <a:off x="4114800" y="3588552"/>
            <a:ext cx="1030854" cy="1425773"/>
          </a:xfrm>
          <a:prstGeom prst="rect">
            <a:avLst/>
          </a:prstGeom>
        </p:spPr>
      </p:pic>
    </p:spTree>
    <p:extLst>
      <p:ext uri="{BB962C8B-B14F-4D97-AF65-F5344CB8AC3E}">
        <p14:creationId xmlns:p14="http://schemas.microsoft.com/office/powerpoint/2010/main" val="289990406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D4EB9696-B2DB-43F4-B52A-F64A3152234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9D7B9A9B-3B1A-4D8A-8275-AAA1205C7D4E}"/>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Software</a:t>
            </a:r>
          </a:p>
        </p:txBody>
      </p:sp>
      <p:sp>
        <p:nvSpPr>
          <p:cNvPr id="2" name="Slide Number Placeholder 1">
            <a:extLst>
              <a:ext uri="{FF2B5EF4-FFF2-40B4-BE49-F238E27FC236}">
                <a16:creationId xmlns:a16="http://schemas.microsoft.com/office/drawing/2014/main" id="{6EDBF9BC-B3FC-4D00-B7E0-B2749A88364A}"/>
              </a:ext>
            </a:extLst>
          </p:cNvPr>
          <p:cNvSpPr>
            <a:spLocks noGrp="1"/>
          </p:cNvSpPr>
          <p:nvPr>
            <p:ph type="sldNum" sz="quarter" idx="12"/>
          </p:nvPr>
        </p:nvSpPr>
        <p:spPr/>
        <p:txBody>
          <a:bodyPr/>
          <a:lstStyle/>
          <a:p>
            <a:fld id="{127DDC20-79C9-9647-820E-6D40A3D210C3}" type="slidenum">
              <a:rPr lang="en-US" smtClean="0"/>
              <a:pPr/>
              <a:t>16</a:t>
            </a:fld>
            <a:endParaRPr lang="en-US"/>
          </a:p>
        </p:txBody>
      </p:sp>
      <p:sp>
        <p:nvSpPr>
          <p:cNvPr id="7" name="Rectangle 1027">
            <a:extLst>
              <a:ext uri="{FF2B5EF4-FFF2-40B4-BE49-F238E27FC236}">
                <a16:creationId xmlns:a16="http://schemas.microsoft.com/office/drawing/2014/main" id="{74743E1C-0078-4F20-AC2C-8A538D2F28EF}"/>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r>
              <a:rPr lang="en-US" dirty="0"/>
              <a:t>ArcGIS online account, provided by Geography department</a:t>
            </a:r>
          </a:p>
          <a:p>
            <a:r>
              <a:rPr lang="en-US" dirty="0"/>
              <a:t>ArcGIS Pro 3.0, provided by Geography department</a:t>
            </a:r>
          </a:p>
          <a:p>
            <a:pPr>
              <a:buFont typeface="Courier New" panose="02070309020205020404" pitchFamily="49" charset="0"/>
              <a:buChar char="o"/>
            </a:pPr>
            <a:endParaRPr lang="en-US" altLang="en-US" sz="2600" dirty="0"/>
          </a:p>
        </p:txBody>
      </p:sp>
    </p:spTree>
    <p:extLst>
      <p:ext uri="{BB962C8B-B14F-4D97-AF65-F5344CB8AC3E}">
        <p14:creationId xmlns:p14="http://schemas.microsoft.com/office/powerpoint/2010/main" val="14632520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3" name="Rectangle 1027">
            <a:extLst>
              <a:ext uri="{FF2B5EF4-FFF2-40B4-BE49-F238E27FC236}">
                <a16:creationId xmlns:a16="http://schemas.microsoft.com/office/drawing/2014/main" id="{F91C3C4F-AFA8-48B3-AF1A-33AC2E596FD4}"/>
              </a:ext>
            </a:extLst>
          </p:cNvPr>
          <p:cNvSpPr>
            <a:spLocks noGrp="1" noChangeArrowheads="1"/>
          </p:cNvSpPr>
          <p:nvPr>
            <p:ph type="body" idx="1"/>
          </p:nvPr>
        </p:nvSpPr>
        <p:spPr>
          <a:xfrm>
            <a:off x="302741" y="1029962"/>
            <a:ext cx="7679724" cy="3886200"/>
          </a:xfrm>
        </p:spPr>
        <p:txBody>
          <a:bodyPr>
            <a:normAutofit fontScale="92500"/>
          </a:bodyPr>
          <a:lstStyle/>
          <a:p>
            <a:pPr>
              <a:buFont typeface="Courier New" panose="02070309020205020404" pitchFamily="49" charset="0"/>
              <a:buChar char="o"/>
            </a:pPr>
            <a:r>
              <a:rPr lang="en-US" altLang="en-US" sz="2400" dirty="0">
                <a:solidFill>
                  <a:srgbClr val="7030A0"/>
                </a:solidFill>
              </a:rPr>
              <a:t>Course Structure </a:t>
            </a:r>
          </a:p>
          <a:p>
            <a:pPr lvl="1">
              <a:buFont typeface="Wingdings" panose="05000000000000000000" pitchFamily="2" charset="2"/>
              <a:buChar char="ü"/>
            </a:pPr>
            <a:r>
              <a:rPr lang="en-US" altLang="en-US" sz="2200" dirty="0"/>
              <a:t>Lecture (</a:t>
            </a:r>
            <a:r>
              <a:rPr lang="en-US" altLang="en-US" sz="2200" dirty="0">
                <a:solidFill>
                  <a:srgbClr val="FF0000"/>
                </a:solidFill>
              </a:rPr>
              <a:t>M: 4:00- 5:15 pm</a:t>
            </a:r>
            <a:r>
              <a:rPr lang="en-US" altLang="en-US" sz="2200" dirty="0"/>
              <a:t>)</a:t>
            </a:r>
          </a:p>
          <a:p>
            <a:pPr lvl="2">
              <a:buFont typeface="Arial" panose="020B0604020202020204" pitchFamily="34" charset="0"/>
              <a:buChar char="•"/>
            </a:pPr>
            <a:r>
              <a:rPr lang="en-US" altLang="en-US" sz="1800" dirty="0"/>
              <a:t>Interactive and inclusive environment</a:t>
            </a:r>
          </a:p>
          <a:p>
            <a:pPr lvl="2">
              <a:buFont typeface="Arial" panose="020B0604020202020204" pitchFamily="34" charset="0"/>
              <a:buChar char="•"/>
            </a:pPr>
            <a:r>
              <a:rPr lang="en-US" altLang="en-US" sz="1800" dirty="0"/>
              <a:t>Feel free at any time during lecture to ask a question and make a comment</a:t>
            </a:r>
          </a:p>
          <a:p>
            <a:pPr lvl="2">
              <a:buFont typeface="Arial" panose="020B0604020202020204" pitchFamily="34" charset="0"/>
              <a:buChar char="•"/>
            </a:pPr>
            <a:r>
              <a:rPr lang="en-US" altLang="en-US" sz="1800" dirty="0">
                <a:solidFill>
                  <a:srgbClr val="FF0000"/>
                </a:solidFill>
              </a:rPr>
              <a:t>Lecture will be recorded and delivered to the students if necessary</a:t>
            </a:r>
          </a:p>
          <a:p>
            <a:pPr lvl="1">
              <a:buFont typeface="Wingdings" panose="05000000000000000000" pitchFamily="2" charset="2"/>
              <a:buChar char="ü"/>
            </a:pPr>
            <a:r>
              <a:rPr lang="en-US" altLang="en-US" sz="2160" dirty="0"/>
              <a:t>Lab exercise (</a:t>
            </a:r>
            <a:r>
              <a:rPr lang="en-US" altLang="en-US" sz="2160" dirty="0">
                <a:solidFill>
                  <a:srgbClr val="FF0000"/>
                </a:solidFill>
              </a:rPr>
              <a:t>W: 4:00- 5:15 pm</a:t>
            </a:r>
            <a:r>
              <a:rPr lang="en-US" altLang="en-US" sz="2160" dirty="0"/>
              <a:t>)</a:t>
            </a:r>
          </a:p>
          <a:p>
            <a:pPr lvl="2">
              <a:buFont typeface="Arial" panose="020B0604020202020204" pitchFamily="34" charset="0"/>
              <a:buChar char="•"/>
            </a:pPr>
            <a:r>
              <a:rPr lang="en-US" altLang="en-US" sz="1800" dirty="0"/>
              <a:t>Work individually on the in-class exercise</a:t>
            </a:r>
          </a:p>
          <a:p>
            <a:pPr lvl="2">
              <a:buFont typeface="Arial" panose="020B0604020202020204" pitchFamily="34" charset="0"/>
              <a:buChar char="•"/>
            </a:pPr>
            <a:r>
              <a:rPr lang="en-US" altLang="en-US" sz="1800" dirty="0"/>
              <a:t>Guidance will be provided; demonstration will be provided if necessary</a:t>
            </a:r>
          </a:p>
          <a:p>
            <a:pPr lvl="2">
              <a:buFont typeface="Arial" panose="020B0604020202020204" pitchFamily="34" charset="0"/>
              <a:buChar char="•"/>
            </a:pPr>
            <a:r>
              <a:rPr lang="en-US" altLang="en-US" sz="1800" dirty="0"/>
              <a:t>When submit exercise, </a:t>
            </a:r>
            <a:r>
              <a:rPr lang="en-US" altLang="en-US" sz="1800" dirty="0">
                <a:solidFill>
                  <a:srgbClr val="FF0000"/>
                </a:solidFill>
              </a:rPr>
              <a:t>copy questions in the lab and provide answers in a word file</a:t>
            </a:r>
          </a:p>
          <a:p>
            <a:pPr lvl="2">
              <a:buFont typeface="Arial" panose="020B0604020202020204" pitchFamily="34" charset="0"/>
              <a:buChar char="•"/>
            </a:pPr>
            <a:r>
              <a:rPr lang="en-US" altLang="en-US" sz="1800" dirty="0"/>
              <a:t>Feel free at any time to ask a question</a:t>
            </a:r>
          </a:p>
        </p:txBody>
      </p:sp>
      <p:cxnSp>
        <p:nvCxnSpPr>
          <p:cNvPr id="4" name="Straight Connector 3">
            <a:extLst>
              <a:ext uri="{FF2B5EF4-FFF2-40B4-BE49-F238E27FC236}">
                <a16:creationId xmlns:a16="http://schemas.microsoft.com/office/drawing/2014/main" id="{D4EB9696-B2DB-43F4-B52A-F64A3152234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9D7B9A9B-3B1A-4D8A-8275-AAA1205C7D4E}"/>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Course overview and expectations</a:t>
            </a:r>
            <a:endParaRPr lang="en-US" sz="2600" i="1" dirty="0">
              <a:solidFill>
                <a:srgbClr val="7030A0"/>
              </a:solidFill>
            </a:endParaRPr>
          </a:p>
        </p:txBody>
      </p:sp>
      <p:sp>
        <p:nvSpPr>
          <p:cNvPr id="2" name="Slide Number Placeholder 1">
            <a:extLst>
              <a:ext uri="{FF2B5EF4-FFF2-40B4-BE49-F238E27FC236}">
                <a16:creationId xmlns:a16="http://schemas.microsoft.com/office/drawing/2014/main" id="{6EDBF9BC-B3FC-4D00-B7E0-B2749A88364A}"/>
              </a:ext>
            </a:extLst>
          </p:cNvPr>
          <p:cNvSpPr>
            <a:spLocks noGrp="1"/>
          </p:cNvSpPr>
          <p:nvPr>
            <p:ph type="sldNum" sz="quarter" idx="12"/>
          </p:nvPr>
        </p:nvSpPr>
        <p:spPr/>
        <p:txBody>
          <a:bodyPr/>
          <a:lstStyle/>
          <a:p>
            <a:fld id="{127DDC20-79C9-9647-820E-6D40A3D210C3}" type="slidenum">
              <a:rPr lang="en-US" smtClean="0"/>
              <a:pPr/>
              <a:t>17</a:t>
            </a:fld>
            <a:endParaRPr lang="en-US"/>
          </a:p>
        </p:txBody>
      </p:sp>
    </p:spTree>
    <p:extLst>
      <p:ext uri="{BB962C8B-B14F-4D97-AF65-F5344CB8AC3E}">
        <p14:creationId xmlns:p14="http://schemas.microsoft.com/office/powerpoint/2010/main" val="398539088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D4EB9696-B2DB-43F4-B52A-F64A3152234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9D7B9A9B-3B1A-4D8A-8275-AAA1205C7D4E}"/>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Course overview and expectations</a:t>
            </a:r>
            <a:endParaRPr lang="en-US" sz="2600" i="1" dirty="0">
              <a:solidFill>
                <a:srgbClr val="7030A0"/>
              </a:solidFill>
            </a:endParaRPr>
          </a:p>
        </p:txBody>
      </p:sp>
      <p:sp>
        <p:nvSpPr>
          <p:cNvPr id="2" name="Slide Number Placeholder 1">
            <a:extLst>
              <a:ext uri="{FF2B5EF4-FFF2-40B4-BE49-F238E27FC236}">
                <a16:creationId xmlns:a16="http://schemas.microsoft.com/office/drawing/2014/main" id="{6EDBF9BC-B3FC-4D00-B7E0-B2749A88364A}"/>
              </a:ext>
            </a:extLst>
          </p:cNvPr>
          <p:cNvSpPr>
            <a:spLocks noGrp="1"/>
          </p:cNvSpPr>
          <p:nvPr>
            <p:ph type="sldNum" sz="quarter" idx="12"/>
          </p:nvPr>
        </p:nvSpPr>
        <p:spPr/>
        <p:txBody>
          <a:bodyPr/>
          <a:lstStyle/>
          <a:p>
            <a:fld id="{127DDC20-79C9-9647-820E-6D40A3D210C3}" type="slidenum">
              <a:rPr lang="en-US" smtClean="0"/>
              <a:pPr/>
              <a:t>18</a:t>
            </a:fld>
            <a:endParaRPr lang="en-US"/>
          </a:p>
        </p:txBody>
      </p:sp>
      <p:sp>
        <p:nvSpPr>
          <p:cNvPr id="8" name="Rectangle 1027">
            <a:extLst>
              <a:ext uri="{FF2B5EF4-FFF2-40B4-BE49-F238E27FC236}">
                <a16:creationId xmlns:a16="http://schemas.microsoft.com/office/drawing/2014/main" id="{9B50EC7D-1990-45FB-B234-924424D0F885}"/>
              </a:ext>
            </a:extLst>
          </p:cNvPr>
          <p:cNvSpPr txBox="1">
            <a:spLocks noChangeArrowheads="1"/>
          </p:cNvSpPr>
          <p:nvPr/>
        </p:nvSpPr>
        <p:spPr>
          <a:xfrm>
            <a:off x="313038" y="1017985"/>
            <a:ext cx="7679724" cy="3886200"/>
          </a:xfrm>
          <a:prstGeom prst="rect">
            <a:avLst/>
          </a:prstGeom>
        </p:spPr>
        <p:txBody>
          <a:bodyPr vert="horz" lIns="91440" tIns="45720" rIns="91440" bIns="45720" rtlCol="0">
            <a:normAutofit fontScale="70000" lnSpcReduction="20000"/>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marL="308610" lvl="1" indent="-308610">
              <a:lnSpc>
                <a:spcPct val="90000"/>
              </a:lnSpc>
              <a:buFont typeface="Courier New" panose="02070309020205020404" pitchFamily="49" charset="0"/>
              <a:buChar char="o"/>
            </a:pPr>
            <a:r>
              <a:rPr lang="en-US" altLang="en-US" sz="2200" dirty="0">
                <a:solidFill>
                  <a:srgbClr val="7030A0"/>
                </a:solidFill>
              </a:rPr>
              <a:t>Course Structure</a:t>
            </a:r>
          </a:p>
          <a:p>
            <a:pPr lvl="1">
              <a:buFont typeface="Wingdings" panose="05000000000000000000" pitchFamily="2" charset="2"/>
              <a:buChar char="ü"/>
            </a:pPr>
            <a:r>
              <a:rPr lang="en-US" altLang="en-US" dirty="0"/>
              <a:t>Final project</a:t>
            </a:r>
          </a:p>
          <a:p>
            <a:pPr lvl="2">
              <a:buFont typeface="Arial" panose="020B0604020202020204" pitchFamily="34" charset="0"/>
              <a:buChar char="•"/>
            </a:pPr>
            <a:r>
              <a:rPr lang="zh-CN" altLang="zh-CN" sz="2700" dirty="0"/>
              <a:t>Select your own topic and study area, collect or obtain appropriate data, process and analyze the data, create maps and other GIS products, and communicate your findings through an engaging StoryMap.</a:t>
            </a:r>
          </a:p>
          <a:p>
            <a:pPr lvl="2">
              <a:buFont typeface="Arial" panose="020B0604020202020204" pitchFamily="34" charset="0"/>
              <a:buChar char="•"/>
            </a:pPr>
            <a:r>
              <a:rPr lang="zh-CN" altLang="zh-CN" sz="2700" dirty="0"/>
              <a:t>Develop your own GIS project and prepare it as an ArcGIS StoryMap for competition submission.</a:t>
            </a:r>
          </a:p>
          <a:p>
            <a:pPr lvl="2">
              <a:buFont typeface="Arial" panose="020B0604020202020204" pitchFamily="34" charset="0"/>
              <a:buChar char="•"/>
            </a:pPr>
            <a:r>
              <a:rPr lang="zh-CN" altLang="zh-CN" sz="2700" dirty="0"/>
              <a:t>Integrate appropriate course technologies, such as Survey123, Dashboards, ArcGIS Hub, Experience Builder, 3D web scenes, or other Web GIS applications, when relevant to your project.</a:t>
            </a:r>
          </a:p>
          <a:p>
            <a:pPr lvl="2">
              <a:buFont typeface="Arial" panose="020B0604020202020204" pitchFamily="34" charset="0"/>
              <a:buChar char="•"/>
            </a:pPr>
            <a:r>
              <a:rPr lang="zh-CN" altLang="zh-CN" sz="2700" dirty="0">
                <a:solidFill>
                  <a:srgbClr val="FF0000"/>
                </a:solidFill>
              </a:rPr>
              <a:t>The final product should be a published ArcGIS StoryMap that is ready for review and competition submission.</a:t>
            </a:r>
          </a:p>
          <a:p>
            <a:pPr marL="822960" lvl="2" indent="0">
              <a:buFont typeface="Arial"/>
              <a:buNone/>
            </a:pPr>
            <a:endParaRPr lang="en-US" altLang="en-US" sz="1800" dirty="0"/>
          </a:p>
        </p:txBody>
      </p:sp>
    </p:spTree>
    <p:extLst>
      <p:ext uri="{BB962C8B-B14F-4D97-AF65-F5344CB8AC3E}">
        <p14:creationId xmlns:p14="http://schemas.microsoft.com/office/powerpoint/2010/main" val="347957465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C7F948-1391-C507-138A-202C908F730A}"/>
            </a:ext>
          </a:extLst>
        </p:cNvPr>
        <p:cNvGrpSpPr/>
        <p:nvPr/>
      </p:nvGrpSpPr>
      <p:grpSpPr>
        <a:xfrm>
          <a:off x="0" y="0"/>
          <a:ext cx="0" cy="0"/>
          <a:chOff x="0" y="0"/>
          <a:chExt cx="0" cy="0"/>
        </a:xfrm>
      </p:grpSpPr>
      <p:sp>
        <p:nvSpPr>
          <p:cNvPr id="56323" name="Rectangle 1027">
            <a:extLst>
              <a:ext uri="{FF2B5EF4-FFF2-40B4-BE49-F238E27FC236}">
                <a16:creationId xmlns:a16="http://schemas.microsoft.com/office/drawing/2014/main" id="{F8EB9F21-6859-61F0-7E60-777B73960CBA}"/>
              </a:ext>
            </a:extLst>
          </p:cNvPr>
          <p:cNvSpPr>
            <a:spLocks noGrp="1" noChangeArrowheads="1"/>
          </p:cNvSpPr>
          <p:nvPr>
            <p:ph type="body" idx="1"/>
          </p:nvPr>
        </p:nvSpPr>
        <p:spPr>
          <a:xfrm>
            <a:off x="302741" y="1029962"/>
            <a:ext cx="7679724" cy="3886200"/>
          </a:xfrm>
        </p:spPr>
        <p:txBody>
          <a:bodyPr>
            <a:normAutofit fontScale="92500" lnSpcReduction="10000"/>
          </a:bodyPr>
          <a:lstStyle/>
          <a:p>
            <a:pPr>
              <a:buFont typeface="Courier New" panose="02070309020205020404" pitchFamily="49" charset="0"/>
              <a:buChar char="o"/>
            </a:pPr>
            <a:r>
              <a:rPr lang="en-US" sz="2400" dirty="0">
                <a:solidFill>
                  <a:srgbClr val="7030A0"/>
                </a:solidFill>
              </a:rPr>
              <a:t>Sep. 7</a:t>
            </a:r>
            <a:endParaRPr lang="en-US" altLang="en-US" sz="2400" dirty="0">
              <a:solidFill>
                <a:srgbClr val="7030A0"/>
              </a:solidFill>
            </a:endParaRPr>
          </a:p>
          <a:p>
            <a:pPr lvl="1">
              <a:buFont typeface="Wingdings" panose="05000000000000000000" pitchFamily="2" charset="2"/>
              <a:buChar char="ü"/>
            </a:pPr>
            <a:r>
              <a:rPr lang="en-US" sz="1800" dirty="0"/>
              <a:t>Holiday: No Class</a:t>
            </a:r>
          </a:p>
          <a:p>
            <a:pPr marL="308610" lvl="1" indent="-308610">
              <a:buFont typeface="Courier New" panose="02070309020205020404" pitchFamily="49" charset="0"/>
              <a:buChar char="o"/>
            </a:pPr>
            <a:r>
              <a:rPr lang="en-US" sz="2400" dirty="0">
                <a:solidFill>
                  <a:srgbClr val="7030A0"/>
                </a:solidFill>
              </a:rPr>
              <a:t>Oct. 19</a:t>
            </a:r>
          </a:p>
          <a:p>
            <a:pPr lvl="1">
              <a:buFont typeface="Wingdings" panose="05000000000000000000" pitchFamily="2" charset="2"/>
              <a:buChar char="ü"/>
            </a:pPr>
            <a:r>
              <a:rPr lang="en-US" altLang="en-US" sz="1800" dirty="0"/>
              <a:t>Project Showcase</a:t>
            </a:r>
          </a:p>
          <a:p>
            <a:pPr marL="308610" lvl="1" indent="-308610">
              <a:buFont typeface="Courier New" panose="02070309020205020404" pitchFamily="49" charset="0"/>
              <a:buChar char="o"/>
            </a:pPr>
            <a:r>
              <a:rPr lang="en-US" sz="2400" dirty="0">
                <a:solidFill>
                  <a:srgbClr val="7030A0"/>
                </a:solidFill>
              </a:rPr>
              <a:t>Nov. 23 - 27</a:t>
            </a:r>
          </a:p>
          <a:p>
            <a:pPr lvl="1">
              <a:buFont typeface="Wingdings" panose="05000000000000000000" pitchFamily="2" charset="2"/>
              <a:buChar char="ü"/>
            </a:pPr>
            <a:r>
              <a:rPr lang="en-US" altLang="zh-CN" sz="1800" dirty="0"/>
              <a:t>Project analysis</a:t>
            </a:r>
          </a:p>
          <a:p>
            <a:pPr lvl="1">
              <a:buFont typeface="Wingdings" panose="05000000000000000000" pitchFamily="2" charset="2"/>
              <a:buChar char="ü"/>
            </a:pPr>
            <a:r>
              <a:rPr lang="en-US" sz="1800" dirty="0"/>
              <a:t>Thanksgiving Break</a:t>
            </a:r>
          </a:p>
          <a:p>
            <a:pPr marL="308610" lvl="1" indent="-308610">
              <a:buFont typeface="Courier New" panose="02070309020205020404" pitchFamily="49" charset="0"/>
              <a:buChar char="o"/>
            </a:pPr>
            <a:r>
              <a:rPr lang="en-US" sz="2400" dirty="0">
                <a:solidFill>
                  <a:srgbClr val="7030A0"/>
                </a:solidFill>
              </a:rPr>
              <a:t>Nov.30 - Dec. 4</a:t>
            </a:r>
          </a:p>
          <a:p>
            <a:pPr lvl="1">
              <a:buFont typeface="Wingdings" panose="05000000000000000000" pitchFamily="2" charset="2"/>
              <a:buChar char="ü"/>
            </a:pPr>
            <a:r>
              <a:rPr lang="en-US" altLang="zh-CN" sz="1800" dirty="0"/>
              <a:t>Final Presentation</a:t>
            </a:r>
            <a:endParaRPr lang="en-US" altLang="en-US" sz="1800" dirty="0"/>
          </a:p>
          <a:p>
            <a:pPr marL="308610" lvl="1" indent="-308610">
              <a:buFont typeface="Courier New" panose="02070309020205020404" pitchFamily="49" charset="0"/>
              <a:buChar char="o"/>
            </a:pPr>
            <a:r>
              <a:rPr lang="en-US" sz="2400" dirty="0">
                <a:solidFill>
                  <a:srgbClr val="7030A0"/>
                </a:solidFill>
              </a:rPr>
              <a:t>Dec. 7</a:t>
            </a:r>
          </a:p>
          <a:p>
            <a:pPr lvl="1">
              <a:buFont typeface="Wingdings" panose="05000000000000000000" pitchFamily="2" charset="2"/>
              <a:buChar char="ü"/>
            </a:pPr>
            <a:r>
              <a:rPr lang="en-US" altLang="zh-CN" sz="1800" dirty="0"/>
              <a:t>Competition Submission Preparation</a:t>
            </a:r>
            <a:endParaRPr lang="en-US" altLang="en-US" sz="1800" dirty="0"/>
          </a:p>
        </p:txBody>
      </p:sp>
      <p:cxnSp>
        <p:nvCxnSpPr>
          <p:cNvPr id="4" name="Straight Connector 3">
            <a:extLst>
              <a:ext uri="{FF2B5EF4-FFF2-40B4-BE49-F238E27FC236}">
                <a16:creationId xmlns:a16="http://schemas.microsoft.com/office/drawing/2014/main" id="{698788B1-71EC-6FF7-28CB-CE36FC175F12}"/>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F0BF24D8-F439-FD67-9AD0-E67EEDEEB69A}"/>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Course Schedule</a:t>
            </a:r>
            <a:endParaRPr lang="en-US" sz="2600" dirty="0">
              <a:solidFill>
                <a:srgbClr val="7030A0"/>
              </a:solidFill>
            </a:endParaRPr>
          </a:p>
        </p:txBody>
      </p:sp>
      <p:sp>
        <p:nvSpPr>
          <p:cNvPr id="2" name="Slide Number Placeholder 1">
            <a:extLst>
              <a:ext uri="{FF2B5EF4-FFF2-40B4-BE49-F238E27FC236}">
                <a16:creationId xmlns:a16="http://schemas.microsoft.com/office/drawing/2014/main" id="{45DB479D-45D1-9FCE-FF3A-2F4E8771CEA5}"/>
              </a:ext>
            </a:extLst>
          </p:cNvPr>
          <p:cNvSpPr>
            <a:spLocks noGrp="1"/>
          </p:cNvSpPr>
          <p:nvPr>
            <p:ph type="sldNum" sz="quarter" idx="12"/>
          </p:nvPr>
        </p:nvSpPr>
        <p:spPr/>
        <p:txBody>
          <a:bodyPr/>
          <a:lstStyle/>
          <a:p>
            <a:fld id="{127DDC20-79C9-9647-820E-6D40A3D210C3}" type="slidenum">
              <a:rPr lang="en-US" smtClean="0"/>
              <a:pPr/>
              <a:t>19</a:t>
            </a:fld>
            <a:endParaRPr lang="en-US"/>
          </a:p>
        </p:txBody>
      </p:sp>
    </p:spTree>
    <p:extLst>
      <p:ext uri="{BB962C8B-B14F-4D97-AF65-F5344CB8AC3E}">
        <p14:creationId xmlns:p14="http://schemas.microsoft.com/office/powerpoint/2010/main" val="32023017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3" name="Rectangle 1027">
            <a:extLst>
              <a:ext uri="{FF2B5EF4-FFF2-40B4-BE49-F238E27FC236}">
                <a16:creationId xmlns:a16="http://schemas.microsoft.com/office/drawing/2014/main" id="{F91C3C4F-AFA8-48B3-AF1A-33AC2E596FD4}"/>
              </a:ext>
            </a:extLst>
          </p:cNvPr>
          <p:cNvSpPr>
            <a:spLocks noGrp="1" noChangeArrowheads="1"/>
          </p:cNvSpPr>
          <p:nvPr>
            <p:ph type="body" idx="1"/>
          </p:nvPr>
        </p:nvSpPr>
        <p:spPr>
          <a:xfrm>
            <a:off x="302741" y="1029962"/>
            <a:ext cx="7679724" cy="3886200"/>
          </a:xfrm>
        </p:spPr>
        <p:txBody>
          <a:bodyPr>
            <a:normAutofit/>
          </a:bodyPr>
          <a:lstStyle/>
          <a:p>
            <a:pPr>
              <a:buFont typeface="Courier New" panose="02070309020205020404" pitchFamily="49" charset="0"/>
              <a:buChar char="o"/>
            </a:pPr>
            <a:r>
              <a:rPr lang="en-US" altLang="en-US" sz="2400" dirty="0">
                <a:solidFill>
                  <a:srgbClr val="7030A0"/>
                </a:solidFill>
              </a:rPr>
              <a:t>Grading (20% later deduction)</a:t>
            </a:r>
          </a:p>
          <a:p>
            <a:pPr lvl="1">
              <a:buFont typeface="Wingdings" panose="05000000000000000000" pitchFamily="2" charset="2"/>
              <a:buChar char="ü"/>
            </a:pPr>
            <a:r>
              <a:rPr lang="en-US" altLang="en-US" sz="2040" dirty="0">
                <a:solidFill>
                  <a:srgbClr val="7030A0"/>
                </a:solidFill>
              </a:rPr>
              <a:t>4-credit version</a:t>
            </a:r>
          </a:p>
          <a:p>
            <a:pPr marL="0" indent="0">
              <a:buNone/>
            </a:pPr>
            <a:endParaRPr lang="en-US" altLang="en-US" sz="2400" dirty="0">
              <a:solidFill>
                <a:srgbClr val="7030A0"/>
              </a:solidFill>
            </a:endParaRPr>
          </a:p>
        </p:txBody>
      </p:sp>
      <p:cxnSp>
        <p:nvCxnSpPr>
          <p:cNvPr id="4" name="Straight Connector 3">
            <a:extLst>
              <a:ext uri="{FF2B5EF4-FFF2-40B4-BE49-F238E27FC236}">
                <a16:creationId xmlns:a16="http://schemas.microsoft.com/office/drawing/2014/main" id="{D4EB9696-B2DB-43F4-B52A-F64A3152234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9D7B9A9B-3B1A-4D8A-8275-AAA1205C7D4E}"/>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Course overview and expectations</a:t>
            </a:r>
            <a:endParaRPr lang="en-US" sz="2600" i="1" dirty="0">
              <a:solidFill>
                <a:srgbClr val="7030A0"/>
              </a:solidFill>
            </a:endParaRPr>
          </a:p>
        </p:txBody>
      </p:sp>
      <p:sp>
        <p:nvSpPr>
          <p:cNvPr id="2" name="Slide Number Placeholder 1">
            <a:extLst>
              <a:ext uri="{FF2B5EF4-FFF2-40B4-BE49-F238E27FC236}">
                <a16:creationId xmlns:a16="http://schemas.microsoft.com/office/drawing/2014/main" id="{6EDBF9BC-B3FC-4D00-B7E0-B2749A88364A}"/>
              </a:ext>
            </a:extLst>
          </p:cNvPr>
          <p:cNvSpPr>
            <a:spLocks noGrp="1"/>
          </p:cNvSpPr>
          <p:nvPr>
            <p:ph type="sldNum" sz="quarter" idx="12"/>
          </p:nvPr>
        </p:nvSpPr>
        <p:spPr/>
        <p:txBody>
          <a:bodyPr/>
          <a:lstStyle/>
          <a:p>
            <a:fld id="{127DDC20-79C9-9647-820E-6D40A3D210C3}" type="slidenum">
              <a:rPr lang="en-US" smtClean="0"/>
              <a:pPr/>
              <a:t>20</a:t>
            </a:fld>
            <a:endParaRPr lang="en-US"/>
          </a:p>
        </p:txBody>
      </p:sp>
      <p:pic>
        <p:nvPicPr>
          <p:cNvPr id="6" name="Picture 5">
            <a:extLst>
              <a:ext uri="{FF2B5EF4-FFF2-40B4-BE49-F238E27FC236}">
                <a16:creationId xmlns:a16="http://schemas.microsoft.com/office/drawing/2014/main" id="{DE6756B4-9DBA-3E06-3A9F-9419AFE937D9}"/>
              </a:ext>
            </a:extLst>
          </p:cNvPr>
          <p:cNvPicPr>
            <a:picLocks noChangeAspect="1"/>
          </p:cNvPicPr>
          <p:nvPr/>
        </p:nvPicPr>
        <p:blipFill>
          <a:blip r:embed="rId3"/>
          <a:stretch>
            <a:fillRect/>
          </a:stretch>
        </p:blipFill>
        <p:spPr>
          <a:xfrm>
            <a:off x="620486" y="2102382"/>
            <a:ext cx="7249886" cy="1840610"/>
          </a:xfrm>
          <a:prstGeom prst="rect">
            <a:avLst/>
          </a:prstGeom>
        </p:spPr>
      </p:pic>
    </p:spTree>
    <p:extLst>
      <p:ext uri="{BB962C8B-B14F-4D97-AF65-F5344CB8AC3E}">
        <p14:creationId xmlns:p14="http://schemas.microsoft.com/office/powerpoint/2010/main" val="108379356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22DC0D-A1A4-B04C-414B-81D5E3EDEEAE}"/>
            </a:ext>
          </a:extLst>
        </p:cNvPr>
        <p:cNvGrpSpPr/>
        <p:nvPr/>
      </p:nvGrpSpPr>
      <p:grpSpPr>
        <a:xfrm>
          <a:off x="0" y="0"/>
          <a:ext cx="0" cy="0"/>
          <a:chOff x="0" y="0"/>
          <a:chExt cx="0" cy="0"/>
        </a:xfrm>
      </p:grpSpPr>
      <p:sp>
        <p:nvSpPr>
          <p:cNvPr id="56323" name="Rectangle 1027">
            <a:extLst>
              <a:ext uri="{FF2B5EF4-FFF2-40B4-BE49-F238E27FC236}">
                <a16:creationId xmlns:a16="http://schemas.microsoft.com/office/drawing/2014/main" id="{8458597D-5E75-3311-9745-AC7A4E8ED8C0}"/>
              </a:ext>
            </a:extLst>
          </p:cNvPr>
          <p:cNvSpPr>
            <a:spLocks noGrp="1" noChangeArrowheads="1"/>
          </p:cNvSpPr>
          <p:nvPr>
            <p:ph type="body" idx="1"/>
          </p:nvPr>
        </p:nvSpPr>
        <p:spPr>
          <a:xfrm>
            <a:off x="302741" y="1029962"/>
            <a:ext cx="7679724" cy="3886200"/>
          </a:xfrm>
        </p:spPr>
        <p:txBody>
          <a:bodyPr>
            <a:normAutofit/>
          </a:bodyPr>
          <a:lstStyle/>
          <a:p>
            <a:pPr>
              <a:buFont typeface="Courier New" panose="02070309020205020404" pitchFamily="49" charset="0"/>
              <a:buChar char="o"/>
            </a:pPr>
            <a:r>
              <a:rPr lang="en-US" altLang="en-US" sz="2400" dirty="0">
                <a:solidFill>
                  <a:srgbClr val="7030A0"/>
                </a:solidFill>
              </a:rPr>
              <a:t>Grading (20% later deduction)</a:t>
            </a:r>
          </a:p>
          <a:p>
            <a:pPr lvl="1">
              <a:buFont typeface="Wingdings" panose="05000000000000000000" pitchFamily="2" charset="2"/>
              <a:buChar char="ü"/>
            </a:pPr>
            <a:r>
              <a:rPr lang="en-US" altLang="en-US" sz="2040" dirty="0">
                <a:solidFill>
                  <a:srgbClr val="7030A0"/>
                </a:solidFill>
              </a:rPr>
              <a:t>4-credit version</a:t>
            </a:r>
          </a:p>
          <a:p>
            <a:pPr marL="0" indent="0">
              <a:buNone/>
            </a:pPr>
            <a:endParaRPr lang="en-US" altLang="en-US" sz="2400" dirty="0">
              <a:solidFill>
                <a:srgbClr val="7030A0"/>
              </a:solidFill>
            </a:endParaRPr>
          </a:p>
        </p:txBody>
      </p:sp>
      <p:cxnSp>
        <p:nvCxnSpPr>
          <p:cNvPr id="4" name="Straight Connector 3">
            <a:extLst>
              <a:ext uri="{FF2B5EF4-FFF2-40B4-BE49-F238E27FC236}">
                <a16:creationId xmlns:a16="http://schemas.microsoft.com/office/drawing/2014/main" id="{C5CD24B5-052A-4AE8-8ED0-7AAE78AEBAA8}"/>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2AE0CB67-894F-1086-CDE5-2E95295A1B4B}"/>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Course overview and expectations</a:t>
            </a:r>
            <a:endParaRPr lang="en-US" sz="2600" i="1" dirty="0">
              <a:solidFill>
                <a:srgbClr val="7030A0"/>
              </a:solidFill>
            </a:endParaRPr>
          </a:p>
        </p:txBody>
      </p:sp>
      <p:sp>
        <p:nvSpPr>
          <p:cNvPr id="2" name="Slide Number Placeholder 1">
            <a:extLst>
              <a:ext uri="{FF2B5EF4-FFF2-40B4-BE49-F238E27FC236}">
                <a16:creationId xmlns:a16="http://schemas.microsoft.com/office/drawing/2014/main" id="{1CB41C45-0A56-73F6-E4FA-5718B7BA0E0B}"/>
              </a:ext>
            </a:extLst>
          </p:cNvPr>
          <p:cNvSpPr>
            <a:spLocks noGrp="1"/>
          </p:cNvSpPr>
          <p:nvPr>
            <p:ph type="sldNum" sz="quarter" idx="12"/>
          </p:nvPr>
        </p:nvSpPr>
        <p:spPr/>
        <p:txBody>
          <a:bodyPr/>
          <a:lstStyle/>
          <a:p>
            <a:fld id="{127DDC20-79C9-9647-820E-6D40A3D210C3}" type="slidenum">
              <a:rPr lang="en-US" smtClean="0"/>
              <a:pPr/>
              <a:t>21</a:t>
            </a:fld>
            <a:endParaRPr lang="en-US"/>
          </a:p>
        </p:txBody>
      </p:sp>
      <p:pic>
        <p:nvPicPr>
          <p:cNvPr id="9" name="Picture 8">
            <a:extLst>
              <a:ext uri="{FF2B5EF4-FFF2-40B4-BE49-F238E27FC236}">
                <a16:creationId xmlns:a16="http://schemas.microsoft.com/office/drawing/2014/main" id="{0F3C49CF-58C1-6A76-53F1-FCD7364880F3}"/>
              </a:ext>
            </a:extLst>
          </p:cNvPr>
          <p:cNvPicPr>
            <a:picLocks noChangeAspect="1"/>
          </p:cNvPicPr>
          <p:nvPr/>
        </p:nvPicPr>
        <p:blipFill>
          <a:blip r:embed="rId3"/>
          <a:stretch>
            <a:fillRect/>
          </a:stretch>
        </p:blipFill>
        <p:spPr>
          <a:xfrm>
            <a:off x="470603" y="2115547"/>
            <a:ext cx="7344000" cy="1715030"/>
          </a:xfrm>
          <a:prstGeom prst="rect">
            <a:avLst/>
          </a:prstGeom>
        </p:spPr>
      </p:pic>
    </p:spTree>
    <p:extLst>
      <p:ext uri="{BB962C8B-B14F-4D97-AF65-F5344CB8AC3E}">
        <p14:creationId xmlns:p14="http://schemas.microsoft.com/office/powerpoint/2010/main" val="119391466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3" name="Rectangle 1027">
            <a:extLst>
              <a:ext uri="{FF2B5EF4-FFF2-40B4-BE49-F238E27FC236}">
                <a16:creationId xmlns:a16="http://schemas.microsoft.com/office/drawing/2014/main" id="{F91C3C4F-AFA8-48B3-AF1A-33AC2E596FD4}"/>
              </a:ext>
            </a:extLst>
          </p:cNvPr>
          <p:cNvSpPr>
            <a:spLocks noGrp="1" noChangeArrowheads="1"/>
          </p:cNvSpPr>
          <p:nvPr>
            <p:ph type="body" idx="1"/>
          </p:nvPr>
        </p:nvSpPr>
        <p:spPr>
          <a:xfrm>
            <a:off x="302741" y="1029962"/>
            <a:ext cx="7679724" cy="3886200"/>
          </a:xfrm>
        </p:spPr>
        <p:txBody>
          <a:bodyPr>
            <a:normAutofit/>
          </a:bodyPr>
          <a:lstStyle/>
          <a:p>
            <a:pPr>
              <a:buFont typeface="Courier New" panose="02070309020205020404" pitchFamily="49" charset="0"/>
              <a:buChar char="o"/>
            </a:pPr>
            <a:r>
              <a:rPr lang="en-US" sz="2400" b="0" i="0" u="none" strike="noStrike" baseline="0" dirty="0">
                <a:solidFill>
                  <a:srgbClr val="7030A0"/>
                </a:solidFill>
                <a:latin typeface="Times New Roman" panose="02020603050405020304" pitchFamily="18" charset="0"/>
              </a:rPr>
              <a:t>Late penalty for lab</a:t>
            </a:r>
          </a:p>
          <a:p>
            <a:pPr lvl="1">
              <a:lnSpc>
                <a:spcPct val="80000"/>
              </a:lnSpc>
              <a:buFont typeface="Wingdings" panose="05000000000000000000" pitchFamily="2" charset="2"/>
              <a:buChar char="ü"/>
            </a:pPr>
            <a:r>
              <a:rPr lang="en-US" sz="1700" dirty="0"/>
              <a:t>Labs that are not turned in by the due date can be turned in up to 2 days late with a 20% penalty. Labs will not be accepted after this 2-day period.</a:t>
            </a:r>
          </a:p>
          <a:p>
            <a:pPr lvl="1">
              <a:lnSpc>
                <a:spcPct val="80000"/>
              </a:lnSpc>
              <a:buFont typeface="Wingdings" panose="05000000000000000000" pitchFamily="2" charset="2"/>
              <a:buChar char="ü"/>
            </a:pPr>
            <a:endParaRPr lang="en-US" sz="1700" dirty="0"/>
          </a:p>
          <a:p>
            <a:pPr lvl="1">
              <a:lnSpc>
                <a:spcPct val="80000"/>
              </a:lnSpc>
              <a:buFont typeface="Wingdings" panose="05000000000000000000" pitchFamily="2" charset="2"/>
              <a:buChar char="ü"/>
            </a:pPr>
            <a:endParaRPr lang="en-US" sz="1700" dirty="0"/>
          </a:p>
          <a:p>
            <a:pPr lvl="1">
              <a:lnSpc>
                <a:spcPct val="80000"/>
              </a:lnSpc>
              <a:buFont typeface="Wingdings" panose="05000000000000000000" pitchFamily="2" charset="2"/>
              <a:buChar char="ü"/>
            </a:pPr>
            <a:endParaRPr lang="en-US" sz="1700" dirty="0"/>
          </a:p>
          <a:p>
            <a:pPr marL="308610" lvl="1" indent="-308610">
              <a:lnSpc>
                <a:spcPct val="80000"/>
              </a:lnSpc>
              <a:buFont typeface="Courier New" panose="02070309020205020404" pitchFamily="49" charset="0"/>
              <a:buChar char="o"/>
            </a:pPr>
            <a:r>
              <a:rPr lang="en-US" sz="2400" dirty="0">
                <a:solidFill>
                  <a:srgbClr val="7030A0"/>
                </a:solidFill>
                <a:latin typeface="Times New Roman" panose="02020603050405020304" pitchFamily="18" charset="0"/>
              </a:rPr>
              <a:t>Final presentation</a:t>
            </a:r>
          </a:p>
          <a:p>
            <a:pPr lvl="1">
              <a:lnSpc>
                <a:spcPct val="80000"/>
              </a:lnSpc>
              <a:buFont typeface="Wingdings" panose="05000000000000000000" pitchFamily="2" charset="2"/>
              <a:buChar char="ü"/>
            </a:pPr>
            <a:r>
              <a:rPr lang="en-US" sz="1700" dirty="0"/>
              <a:t> The final presentation cannot be rescheduled. You are expected to do the final presentation at the time specified.</a:t>
            </a:r>
          </a:p>
        </p:txBody>
      </p:sp>
      <p:cxnSp>
        <p:nvCxnSpPr>
          <p:cNvPr id="4" name="Straight Connector 3">
            <a:extLst>
              <a:ext uri="{FF2B5EF4-FFF2-40B4-BE49-F238E27FC236}">
                <a16:creationId xmlns:a16="http://schemas.microsoft.com/office/drawing/2014/main" id="{D4EB9696-B2DB-43F4-B52A-F64A3152234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9D7B9A9B-3B1A-4D8A-8275-AAA1205C7D4E}"/>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Course overview and expectations</a:t>
            </a:r>
            <a:endParaRPr lang="en-US" sz="2600" i="1" dirty="0">
              <a:solidFill>
                <a:srgbClr val="7030A0"/>
              </a:solidFill>
            </a:endParaRPr>
          </a:p>
        </p:txBody>
      </p:sp>
      <p:sp>
        <p:nvSpPr>
          <p:cNvPr id="2" name="Slide Number Placeholder 1">
            <a:extLst>
              <a:ext uri="{FF2B5EF4-FFF2-40B4-BE49-F238E27FC236}">
                <a16:creationId xmlns:a16="http://schemas.microsoft.com/office/drawing/2014/main" id="{6EDBF9BC-B3FC-4D00-B7E0-B2749A88364A}"/>
              </a:ext>
            </a:extLst>
          </p:cNvPr>
          <p:cNvSpPr>
            <a:spLocks noGrp="1"/>
          </p:cNvSpPr>
          <p:nvPr>
            <p:ph type="sldNum" sz="quarter" idx="12"/>
          </p:nvPr>
        </p:nvSpPr>
        <p:spPr/>
        <p:txBody>
          <a:bodyPr/>
          <a:lstStyle/>
          <a:p>
            <a:fld id="{127DDC20-79C9-9647-820E-6D40A3D210C3}" type="slidenum">
              <a:rPr lang="en-US" smtClean="0"/>
              <a:pPr/>
              <a:t>22</a:t>
            </a:fld>
            <a:endParaRPr lang="en-US"/>
          </a:p>
        </p:txBody>
      </p:sp>
    </p:spTree>
    <p:extLst>
      <p:ext uri="{BB962C8B-B14F-4D97-AF65-F5344CB8AC3E}">
        <p14:creationId xmlns:p14="http://schemas.microsoft.com/office/powerpoint/2010/main" val="320142406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3" name="Rectangle 1027">
            <a:extLst>
              <a:ext uri="{FF2B5EF4-FFF2-40B4-BE49-F238E27FC236}">
                <a16:creationId xmlns:a16="http://schemas.microsoft.com/office/drawing/2014/main" id="{F91C3C4F-AFA8-48B3-AF1A-33AC2E596FD4}"/>
              </a:ext>
            </a:extLst>
          </p:cNvPr>
          <p:cNvSpPr>
            <a:spLocks noGrp="1" noChangeArrowheads="1"/>
          </p:cNvSpPr>
          <p:nvPr>
            <p:ph type="body" idx="1"/>
          </p:nvPr>
        </p:nvSpPr>
        <p:spPr>
          <a:xfrm>
            <a:off x="302741" y="1029962"/>
            <a:ext cx="7679724" cy="3886200"/>
          </a:xfrm>
        </p:spPr>
        <p:txBody>
          <a:bodyPr>
            <a:normAutofit/>
          </a:bodyPr>
          <a:lstStyle/>
          <a:p>
            <a:pPr>
              <a:buFont typeface="Courier New" panose="02070309020205020404" pitchFamily="49" charset="0"/>
              <a:buChar char="o"/>
            </a:pPr>
            <a:r>
              <a:rPr lang="en-US" sz="2400" dirty="0">
                <a:solidFill>
                  <a:srgbClr val="7030A0"/>
                </a:solidFill>
                <a:latin typeface="Times New Roman" panose="02020603050405020304" pitchFamily="18" charset="0"/>
              </a:rPr>
              <a:t>Attendance</a:t>
            </a:r>
          </a:p>
          <a:p>
            <a:pPr lvl="1">
              <a:buFont typeface="Wingdings" panose="05000000000000000000" pitchFamily="2" charset="2"/>
              <a:buChar char="ü"/>
            </a:pPr>
            <a:r>
              <a:rPr lang="en-US" sz="1800" b="0" i="0" u="none" strike="noStrike" baseline="0" dirty="0"/>
              <a:t>Prolonged absence from class will inhibit your understanding of the lecture material and prevent you from receiving help on </a:t>
            </a:r>
            <a:r>
              <a:rPr lang="en-US" sz="1800" dirty="0"/>
              <a:t>assignments</a:t>
            </a:r>
          </a:p>
          <a:p>
            <a:pPr lvl="1">
              <a:buFont typeface="Wingdings" panose="05000000000000000000" pitchFamily="2" charset="2"/>
              <a:buChar char="ü"/>
            </a:pPr>
            <a:r>
              <a:rPr lang="en-US" sz="1800" b="0" i="0" u="none" strike="noStrike" baseline="0" dirty="0"/>
              <a:t>W</a:t>
            </a:r>
            <a:r>
              <a:rPr lang="en-US" sz="1800" dirty="0"/>
              <a:t>e may do some bonus exercises during the class time. If you are not shown up, you simply lose it</a:t>
            </a:r>
          </a:p>
          <a:p>
            <a:pPr lvl="1">
              <a:buFont typeface="Wingdings" panose="05000000000000000000" pitchFamily="2" charset="2"/>
              <a:buChar char="ü"/>
            </a:pPr>
            <a:r>
              <a:rPr lang="en-US" sz="1800" dirty="0">
                <a:solidFill>
                  <a:srgbClr val="FF0000"/>
                </a:solidFill>
              </a:rPr>
              <a:t>Up to 3 times of absence may result in moving out from this class</a:t>
            </a:r>
          </a:p>
          <a:p>
            <a:pPr lvl="1">
              <a:buFont typeface="Wingdings" panose="05000000000000000000" pitchFamily="2" charset="2"/>
              <a:buChar char="ü"/>
            </a:pPr>
            <a:r>
              <a:rPr lang="en-US" sz="1800" b="0" i="0" u="none" strike="noStrike" baseline="0" dirty="0">
                <a:solidFill>
                  <a:srgbClr val="FF0000"/>
                </a:solidFill>
              </a:rPr>
              <a:t>If you cannot attend class, please contact me before </a:t>
            </a:r>
            <a:r>
              <a:rPr lang="en-US" sz="1800" dirty="0">
                <a:solidFill>
                  <a:srgbClr val="FF0000"/>
                </a:solidFill>
              </a:rPr>
              <a:t>class</a:t>
            </a:r>
          </a:p>
          <a:p>
            <a:pPr lvl="1">
              <a:buFont typeface="Wingdings" panose="05000000000000000000" pitchFamily="2" charset="2"/>
              <a:buChar char="ü"/>
            </a:pPr>
            <a:r>
              <a:rPr lang="en-US" sz="1800" dirty="0"/>
              <a:t>S</a:t>
            </a:r>
            <a:r>
              <a:rPr lang="en-US" altLang="zh-CN" sz="1800" dirty="0"/>
              <a:t>ick leave is </a:t>
            </a:r>
            <a:r>
              <a:rPr lang="en-US" sz="1800" dirty="0"/>
              <a:t>acceptable, please contact me for re-arranging lab exercise etc.</a:t>
            </a:r>
          </a:p>
        </p:txBody>
      </p:sp>
      <p:cxnSp>
        <p:nvCxnSpPr>
          <p:cNvPr id="4" name="Straight Connector 3">
            <a:extLst>
              <a:ext uri="{FF2B5EF4-FFF2-40B4-BE49-F238E27FC236}">
                <a16:creationId xmlns:a16="http://schemas.microsoft.com/office/drawing/2014/main" id="{D4EB9696-B2DB-43F4-B52A-F64A3152234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9D7B9A9B-3B1A-4D8A-8275-AAA1205C7D4E}"/>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Course overview and expectations</a:t>
            </a:r>
            <a:endParaRPr lang="en-US" sz="2600" i="1" dirty="0">
              <a:solidFill>
                <a:srgbClr val="7030A0"/>
              </a:solidFill>
            </a:endParaRPr>
          </a:p>
        </p:txBody>
      </p:sp>
      <p:sp>
        <p:nvSpPr>
          <p:cNvPr id="2" name="Slide Number Placeholder 1">
            <a:extLst>
              <a:ext uri="{FF2B5EF4-FFF2-40B4-BE49-F238E27FC236}">
                <a16:creationId xmlns:a16="http://schemas.microsoft.com/office/drawing/2014/main" id="{6EDBF9BC-B3FC-4D00-B7E0-B2749A88364A}"/>
              </a:ext>
            </a:extLst>
          </p:cNvPr>
          <p:cNvSpPr>
            <a:spLocks noGrp="1"/>
          </p:cNvSpPr>
          <p:nvPr>
            <p:ph type="sldNum" sz="quarter" idx="12"/>
          </p:nvPr>
        </p:nvSpPr>
        <p:spPr/>
        <p:txBody>
          <a:bodyPr/>
          <a:lstStyle/>
          <a:p>
            <a:fld id="{127DDC20-79C9-9647-820E-6D40A3D210C3}" type="slidenum">
              <a:rPr lang="en-US" smtClean="0"/>
              <a:pPr/>
              <a:t>23</a:t>
            </a:fld>
            <a:endParaRPr lang="en-US"/>
          </a:p>
        </p:txBody>
      </p:sp>
    </p:spTree>
    <p:extLst>
      <p:ext uri="{BB962C8B-B14F-4D97-AF65-F5344CB8AC3E}">
        <p14:creationId xmlns:p14="http://schemas.microsoft.com/office/powerpoint/2010/main" val="335421220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70D7BC-57A2-6CC3-34C0-2D910AE23B89}"/>
            </a:ext>
          </a:extLst>
        </p:cNvPr>
        <p:cNvGrpSpPr/>
        <p:nvPr/>
      </p:nvGrpSpPr>
      <p:grpSpPr>
        <a:xfrm>
          <a:off x="0" y="0"/>
          <a:ext cx="0" cy="0"/>
          <a:chOff x="0" y="0"/>
          <a:chExt cx="0" cy="0"/>
        </a:xfrm>
      </p:grpSpPr>
      <p:sp>
        <p:nvSpPr>
          <p:cNvPr id="56323" name="Rectangle 1027">
            <a:extLst>
              <a:ext uri="{FF2B5EF4-FFF2-40B4-BE49-F238E27FC236}">
                <a16:creationId xmlns:a16="http://schemas.microsoft.com/office/drawing/2014/main" id="{3310596E-1FD9-9A86-F536-385959BCEF4F}"/>
              </a:ext>
            </a:extLst>
          </p:cNvPr>
          <p:cNvSpPr>
            <a:spLocks noGrp="1" noChangeArrowheads="1"/>
          </p:cNvSpPr>
          <p:nvPr>
            <p:ph type="body" idx="1"/>
          </p:nvPr>
        </p:nvSpPr>
        <p:spPr>
          <a:xfrm>
            <a:off x="302741" y="1029962"/>
            <a:ext cx="7679724" cy="3886200"/>
          </a:xfrm>
        </p:spPr>
        <p:txBody>
          <a:bodyPr>
            <a:normAutofit/>
          </a:bodyPr>
          <a:lstStyle/>
          <a:p>
            <a:pPr>
              <a:buFont typeface="Courier New" panose="02070309020205020404" pitchFamily="49" charset="0"/>
              <a:buChar char="o"/>
            </a:pPr>
            <a:r>
              <a:rPr lang="en-US" sz="2400" dirty="0">
                <a:solidFill>
                  <a:srgbClr val="7030A0"/>
                </a:solidFill>
                <a:latin typeface="Times New Roman" panose="02020603050405020304" pitchFamily="18" charset="0"/>
              </a:rPr>
              <a:t>Feedback Response Time</a:t>
            </a:r>
          </a:p>
          <a:p>
            <a:pPr lvl="1">
              <a:lnSpc>
                <a:spcPct val="90000"/>
              </a:lnSpc>
              <a:buFont typeface="Wingdings" panose="05000000000000000000" pitchFamily="2" charset="2"/>
              <a:buChar char="ü"/>
            </a:pPr>
            <a:r>
              <a:rPr lang="en-US" sz="2000" dirty="0"/>
              <a:t>The instructor generally replies to emails within 48 hours, except during holidays. </a:t>
            </a:r>
          </a:p>
          <a:p>
            <a:pPr lvl="1">
              <a:lnSpc>
                <a:spcPct val="90000"/>
              </a:lnSpc>
              <a:buFont typeface="Wingdings" panose="05000000000000000000" pitchFamily="2" charset="2"/>
              <a:buChar char="ü"/>
            </a:pPr>
            <a:r>
              <a:rPr lang="en-US" sz="2000" dirty="0"/>
              <a:t>Often the instructor replies much more quickly, but you should not count on a same-day reply. </a:t>
            </a:r>
          </a:p>
          <a:p>
            <a:pPr lvl="1">
              <a:lnSpc>
                <a:spcPct val="90000"/>
              </a:lnSpc>
              <a:buFont typeface="Wingdings" panose="05000000000000000000" pitchFamily="2" charset="2"/>
              <a:buChar char="ü"/>
            </a:pPr>
            <a:r>
              <a:rPr lang="en-US" sz="2000" dirty="0"/>
              <a:t>Please plan accordingly so that you don’t miss deadlines.</a:t>
            </a:r>
          </a:p>
          <a:p>
            <a:pPr>
              <a:buFont typeface="Courier New" panose="02070309020205020404" pitchFamily="49" charset="0"/>
              <a:buChar char="o"/>
            </a:pPr>
            <a:endParaRPr lang="en-US" sz="1800" b="0" i="0" u="none" strike="noStrike" baseline="0" dirty="0">
              <a:solidFill>
                <a:srgbClr val="000000"/>
              </a:solidFill>
              <a:latin typeface="Times New Roman" panose="02020603050405020304" pitchFamily="18" charset="0"/>
            </a:endParaRPr>
          </a:p>
        </p:txBody>
      </p:sp>
      <p:cxnSp>
        <p:nvCxnSpPr>
          <p:cNvPr id="4" name="Straight Connector 3">
            <a:extLst>
              <a:ext uri="{FF2B5EF4-FFF2-40B4-BE49-F238E27FC236}">
                <a16:creationId xmlns:a16="http://schemas.microsoft.com/office/drawing/2014/main" id="{77925B93-80DD-A511-3E40-580BCF48D553}"/>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152AEE81-71E3-866B-D8DA-3C91ED943753}"/>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Course overview and expectations</a:t>
            </a:r>
            <a:endParaRPr lang="en-US" sz="2600" i="1" dirty="0">
              <a:solidFill>
                <a:srgbClr val="7030A0"/>
              </a:solidFill>
            </a:endParaRPr>
          </a:p>
        </p:txBody>
      </p:sp>
      <p:sp>
        <p:nvSpPr>
          <p:cNvPr id="2" name="Slide Number Placeholder 1">
            <a:extLst>
              <a:ext uri="{FF2B5EF4-FFF2-40B4-BE49-F238E27FC236}">
                <a16:creationId xmlns:a16="http://schemas.microsoft.com/office/drawing/2014/main" id="{B158F261-096C-5B4D-24C5-7D4CD5662FD4}"/>
              </a:ext>
            </a:extLst>
          </p:cNvPr>
          <p:cNvSpPr>
            <a:spLocks noGrp="1"/>
          </p:cNvSpPr>
          <p:nvPr>
            <p:ph type="sldNum" sz="quarter" idx="12"/>
          </p:nvPr>
        </p:nvSpPr>
        <p:spPr/>
        <p:txBody>
          <a:bodyPr/>
          <a:lstStyle/>
          <a:p>
            <a:fld id="{127DDC20-79C9-9647-820E-6D40A3D210C3}" type="slidenum">
              <a:rPr lang="en-US" smtClean="0"/>
              <a:pPr/>
              <a:t>24</a:t>
            </a:fld>
            <a:endParaRPr lang="en-US"/>
          </a:p>
        </p:txBody>
      </p:sp>
    </p:spTree>
    <p:extLst>
      <p:ext uri="{BB962C8B-B14F-4D97-AF65-F5344CB8AC3E}">
        <p14:creationId xmlns:p14="http://schemas.microsoft.com/office/powerpoint/2010/main" val="117074012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48F739-5C26-984B-8985-363636E34F39}"/>
            </a:ext>
          </a:extLst>
        </p:cNvPr>
        <p:cNvGrpSpPr/>
        <p:nvPr/>
      </p:nvGrpSpPr>
      <p:grpSpPr>
        <a:xfrm>
          <a:off x="0" y="0"/>
          <a:ext cx="0" cy="0"/>
          <a:chOff x="0" y="0"/>
          <a:chExt cx="0" cy="0"/>
        </a:xfrm>
      </p:grpSpPr>
      <p:sp>
        <p:nvSpPr>
          <p:cNvPr id="56323" name="Rectangle 1027">
            <a:extLst>
              <a:ext uri="{FF2B5EF4-FFF2-40B4-BE49-F238E27FC236}">
                <a16:creationId xmlns:a16="http://schemas.microsoft.com/office/drawing/2014/main" id="{D59C2BAF-B401-7319-2C3B-7F3FA82426EB}"/>
              </a:ext>
            </a:extLst>
          </p:cNvPr>
          <p:cNvSpPr>
            <a:spLocks noGrp="1" noChangeArrowheads="1"/>
          </p:cNvSpPr>
          <p:nvPr>
            <p:ph type="body" idx="1"/>
          </p:nvPr>
        </p:nvSpPr>
        <p:spPr>
          <a:xfrm>
            <a:off x="302741" y="1029962"/>
            <a:ext cx="7679724" cy="3886200"/>
          </a:xfrm>
        </p:spPr>
        <p:txBody>
          <a:bodyPr>
            <a:normAutofit fontScale="77500" lnSpcReduction="20000"/>
          </a:bodyPr>
          <a:lstStyle/>
          <a:p>
            <a:pPr>
              <a:buFont typeface="Courier New" panose="02070309020205020404" pitchFamily="49" charset="0"/>
              <a:buChar char="o"/>
            </a:pPr>
            <a:r>
              <a:rPr lang="en-US" sz="3400" dirty="0">
                <a:solidFill>
                  <a:srgbClr val="7030A0"/>
                </a:solidFill>
                <a:latin typeface="Times New Roman" panose="02020603050405020304" pitchFamily="18" charset="0"/>
              </a:rPr>
              <a:t>Classroom Etiquette</a:t>
            </a:r>
          </a:p>
          <a:p>
            <a:pPr lvl="1">
              <a:lnSpc>
                <a:spcPct val="110000"/>
              </a:lnSpc>
              <a:buFont typeface="Wingdings" panose="05000000000000000000" pitchFamily="2" charset="2"/>
              <a:buChar char="ü"/>
            </a:pPr>
            <a:r>
              <a:rPr lang="en-US" sz="2900" dirty="0"/>
              <a:t>Switch cell phones off and place them out of view. Do not use phones during class. Resist the impulse!</a:t>
            </a:r>
          </a:p>
          <a:p>
            <a:pPr lvl="1">
              <a:lnSpc>
                <a:spcPct val="110000"/>
              </a:lnSpc>
              <a:buFont typeface="Wingdings" panose="05000000000000000000" pitchFamily="2" charset="2"/>
              <a:buChar char="ü"/>
            </a:pPr>
            <a:r>
              <a:rPr lang="en-US" sz="2900" dirty="0"/>
              <a:t>Computers are permitted for notetaking only.</a:t>
            </a:r>
          </a:p>
          <a:p>
            <a:pPr lvl="1">
              <a:lnSpc>
                <a:spcPct val="110000"/>
              </a:lnSpc>
              <a:buFont typeface="Wingdings" panose="05000000000000000000" pitchFamily="2" charset="2"/>
              <a:buChar char="ü"/>
            </a:pPr>
            <a:r>
              <a:rPr lang="en-US" sz="2900" dirty="0"/>
              <a:t>Do not sleep in class or leave once a lecture has started.</a:t>
            </a:r>
          </a:p>
          <a:p>
            <a:pPr lvl="1">
              <a:lnSpc>
                <a:spcPct val="110000"/>
              </a:lnSpc>
              <a:buFont typeface="Wingdings" panose="05000000000000000000" pitchFamily="2" charset="2"/>
              <a:buChar char="ü"/>
            </a:pPr>
            <a:r>
              <a:rPr lang="en-US" sz="2900" dirty="0"/>
              <a:t>Do not pack up and prepare to leave until the instructor has indicated that class is over</a:t>
            </a:r>
          </a:p>
          <a:p>
            <a:pPr lvl="1">
              <a:lnSpc>
                <a:spcPct val="110000"/>
              </a:lnSpc>
              <a:buFont typeface="Wingdings" panose="05000000000000000000" pitchFamily="2" charset="2"/>
              <a:buChar char="ü"/>
            </a:pPr>
            <a:r>
              <a:rPr lang="en-US" sz="2900" dirty="0"/>
              <a:t>No </a:t>
            </a:r>
            <a:r>
              <a:rPr lang="en-US" sz="2900" dirty="0" err="1"/>
              <a:t>eCigarettes</a:t>
            </a:r>
            <a:r>
              <a:rPr lang="en-US" sz="2900" dirty="0"/>
              <a:t> permitted in the classroom.</a:t>
            </a:r>
          </a:p>
          <a:p>
            <a:pPr lvl="1">
              <a:lnSpc>
                <a:spcPct val="110000"/>
              </a:lnSpc>
              <a:buFont typeface="Wingdings" panose="05000000000000000000" pitchFamily="2" charset="2"/>
              <a:buChar char="ü"/>
            </a:pPr>
            <a:r>
              <a:rPr lang="en-US" sz="2900" dirty="0"/>
              <a:t>You are encouraged to think critically and ask stimulating questions, but always respect your fellow students and your instructor.</a:t>
            </a:r>
          </a:p>
          <a:p>
            <a:pPr>
              <a:buFont typeface="Courier New" panose="02070309020205020404" pitchFamily="49" charset="0"/>
              <a:buChar char="o"/>
            </a:pPr>
            <a:endParaRPr lang="en-US" sz="1800" b="0" i="0" u="none" strike="noStrike" baseline="0" dirty="0">
              <a:solidFill>
                <a:srgbClr val="000000"/>
              </a:solidFill>
              <a:latin typeface="Times New Roman" panose="02020603050405020304" pitchFamily="18" charset="0"/>
            </a:endParaRPr>
          </a:p>
        </p:txBody>
      </p:sp>
      <p:cxnSp>
        <p:nvCxnSpPr>
          <p:cNvPr id="4" name="Straight Connector 3">
            <a:extLst>
              <a:ext uri="{FF2B5EF4-FFF2-40B4-BE49-F238E27FC236}">
                <a16:creationId xmlns:a16="http://schemas.microsoft.com/office/drawing/2014/main" id="{806B7424-FD99-97FD-3E8C-A06F4F883DEC}"/>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907FD538-F615-36C3-5FE7-8697351CB9A6}"/>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Course overview and expectations</a:t>
            </a:r>
            <a:endParaRPr lang="en-US" sz="2600" i="1" dirty="0">
              <a:solidFill>
                <a:srgbClr val="7030A0"/>
              </a:solidFill>
            </a:endParaRPr>
          </a:p>
        </p:txBody>
      </p:sp>
      <p:sp>
        <p:nvSpPr>
          <p:cNvPr id="2" name="Slide Number Placeholder 1">
            <a:extLst>
              <a:ext uri="{FF2B5EF4-FFF2-40B4-BE49-F238E27FC236}">
                <a16:creationId xmlns:a16="http://schemas.microsoft.com/office/drawing/2014/main" id="{955AC185-4EAA-67A0-0C0E-BCE2DADADF6F}"/>
              </a:ext>
            </a:extLst>
          </p:cNvPr>
          <p:cNvSpPr>
            <a:spLocks noGrp="1"/>
          </p:cNvSpPr>
          <p:nvPr>
            <p:ph type="sldNum" sz="quarter" idx="12"/>
          </p:nvPr>
        </p:nvSpPr>
        <p:spPr/>
        <p:txBody>
          <a:bodyPr/>
          <a:lstStyle/>
          <a:p>
            <a:fld id="{127DDC20-79C9-9647-820E-6D40A3D210C3}" type="slidenum">
              <a:rPr lang="en-US" smtClean="0"/>
              <a:pPr/>
              <a:t>25</a:t>
            </a:fld>
            <a:endParaRPr lang="en-US"/>
          </a:p>
        </p:txBody>
      </p:sp>
    </p:spTree>
    <p:extLst>
      <p:ext uri="{BB962C8B-B14F-4D97-AF65-F5344CB8AC3E}">
        <p14:creationId xmlns:p14="http://schemas.microsoft.com/office/powerpoint/2010/main" val="186289725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0F32F8-8C2F-82B0-DE02-68D6FA39F254}"/>
            </a:ext>
          </a:extLst>
        </p:cNvPr>
        <p:cNvGrpSpPr/>
        <p:nvPr/>
      </p:nvGrpSpPr>
      <p:grpSpPr>
        <a:xfrm>
          <a:off x="0" y="0"/>
          <a:ext cx="0" cy="0"/>
          <a:chOff x="0" y="0"/>
          <a:chExt cx="0" cy="0"/>
        </a:xfrm>
      </p:grpSpPr>
      <p:sp>
        <p:nvSpPr>
          <p:cNvPr id="56323" name="Rectangle 1027">
            <a:extLst>
              <a:ext uri="{FF2B5EF4-FFF2-40B4-BE49-F238E27FC236}">
                <a16:creationId xmlns:a16="http://schemas.microsoft.com/office/drawing/2014/main" id="{5113DA50-D3B5-5E49-701A-81917CEAF30C}"/>
              </a:ext>
            </a:extLst>
          </p:cNvPr>
          <p:cNvSpPr>
            <a:spLocks noGrp="1" noChangeArrowheads="1"/>
          </p:cNvSpPr>
          <p:nvPr>
            <p:ph type="body" idx="1"/>
          </p:nvPr>
        </p:nvSpPr>
        <p:spPr>
          <a:xfrm>
            <a:off x="302741" y="1029962"/>
            <a:ext cx="7679724" cy="3886200"/>
          </a:xfrm>
        </p:spPr>
        <p:txBody>
          <a:bodyPr>
            <a:normAutofit/>
          </a:bodyPr>
          <a:lstStyle/>
          <a:p>
            <a:pPr>
              <a:lnSpc>
                <a:spcPct val="90000"/>
              </a:lnSpc>
              <a:buFont typeface="Courier New" panose="02070309020205020404" pitchFamily="49" charset="0"/>
              <a:buChar char="o"/>
            </a:pPr>
            <a:r>
              <a:rPr lang="en-US" sz="2600" dirty="0">
                <a:solidFill>
                  <a:srgbClr val="7030A0"/>
                </a:solidFill>
                <a:latin typeface="Times New Roman" panose="02020603050405020304" pitchFamily="18" charset="0"/>
              </a:rPr>
              <a:t>Evaluations</a:t>
            </a:r>
          </a:p>
          <a:p>
            <a:pPr lvl="1">
              <a:buFont typeface="Wingdings" panose="05000000000000000000" pitchFamily="2" charset="2"/>
              <a:buChar char="ü"/>
            </a:pPr>
            <a:r>
              <a:rPr lang="en-US" sz="2200" dirty="0"/>
              <a:t>Student evaluations of a course and its professor are a crucial element in helping faculty achieve excellence in the classroom and the institution in demonstrating that students are gaining knowledge. </a:t>
            </a:r>
          </a:p>
          <a:p>
            <a:pPr lvl="1">
              <a:buFont typeface="Wingdings" panose="05000000000000000000" pitchFamily="2" charset="2"/>
              <a:buChar char="ü"/>
            </a:pPr>
            <a:r>
              <a:rPr lang="en-US" sz="2200" dirty="0"/>
              <a:t>Students will receive evaluation notification from university. </a:t>
            </a:r>
          </a:p>
          <a:p>
            <a:pPr>
              <a:buFont typeface="Courier New" panose="02070309020205020404" pitchFamily="49" charset="0"/>
              <a:buChar char="o"/>
            </a:pPr>
            <a:endParaRPr lang="en-US" sz="1800" b="0" i="0" u="none" strike="noStrike" baseline="0" dirty="0">
              <a:solidFill>
                <a:srgbClr val="000000"/>
              </a:solidFill>
              <a:latin typeface="Times New Roman" panose="02020603050405020304" pitchFamily="18" charset="0"/>
            </a:endParaRPr>
          </a:p>
        </p:txBody>
      </p:sp>
      <p:cxnSp>
        <p:nvCxnSpPr>
          <p:cNvPr id="4" name="Straight Connector 3">
            <a:extLst>
              <a:ext uri="{FF2B5EF4-FFF2-40B4-BE49-F238E27FC236}">
                <a16:creationId xmlns:a16="http://schemas.microsoft.com/office/drawing/2014/main" id="{E71EDB53-5F64-0F10-03B8-438225F76E7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B305B8C4-3D07-CC6A-D166-FAB0C5694486}"/>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Course overview and expectations</a:t>
            </a:r>
            <a:endParaRPr lang="en-US" sz="2600" i="1" dirty="0">
              <a:solidFill>
                <a:srgbClr val="7030A0"/>
              </a:solidFill>
            </a:endParaRPr>
          </a:p>
        </p:txBody>
      </p:sp>
      <p:sp>
        <p:nvSpPr>
          <p:cNvPr id="2" name="Slide Number Placeholder 1">
            <a:extLst>
              <a:ext uri="{FF2B5EF4-FFF2-40B4-BE49-F238E27FC236}">
                <a16:creationId xmlns:a16="http://schemas.microsoft.com/office/drawing/2014/main" id="{7960A76B-B0BE-B212-E611-88A691B075AB}"/>
              </a:ext>
            </a:extLst>
          </p:cNvPr>
          <p:cNvSpPr>
            <a:spLocks noGrp="1"/>
          </p:cNvSpPr>
          <p:nvPr>
            <p:ph type="sldNum" sz="quarter" idx="12"/>
          </p:nvPr>
        </p:nvSpPr>
        <p:spPr/>
        <p:txBody>
          <a:bodyPr/>
          <a:lstStyle/>
          <a:p>
            <a:fld id="{127DDC20-79C9-9647-820E-6D40A3D210C3}" type="slidenum">
              <a:rPr lang="en-US" smtClean="0"/>
              <a:pPr/>
              <a:t>26</a:t>
            </a:fld>
            <a:endParaRPr lang="en-US"/>
          </a:p>
        </p:txBody>
      </p:sp>
    </p:spTree>
    <p:extLst>
      <p:ext uri="{BB962C8B-B14F-4D97-AF65-F5344CB8AC3E}">
        <p14:creationId xmlns:p14="http://schemas.microsoft.com/office/powerpoint/2010/main" val="162502170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3" name="Rectangle 1027">
            <a:extLst>
              <a:ext uri="{FF2B5EF4-FFF2-40B4-BE49-F238E27FC236}">
                <a16:creationId xmlns:a16="http://schemas.microsoft.com/office/drawing/2014/main" id="{F91C3C4F-AFA8-48B3-AF1A-33AC2E596FD4}"/>
              </a:ext>
            </a:extLst>
          </p:cNvPr>
          <p:cNvSpPr>
            <a:spLocks noGrp="1" noChangeArrowheads="1"/>
          </p:cNvSpPr>
          <p:nvPr>
            <p:ph type="body" idx="1"/>
          </p:nvPr>
        </p:nvSpPr>
        <p:spPr>
          <a:xfrm>
            <a:off x="302741" y="1029962"/>
            <a:ext cx="7679724" cy="3886200"/>
          </a:xfrm>
        </p:spPr>
        <p:txBody>
          <a:bodyPr>
            <a:normAutofit/>
          </a:bodyPr>
          <a:lstStyle/>
          <a:p>
            <a:pPr>
              <a:buFont typeface="Courier New" panose="02070309020205020404" pitchFamily="49" charset="0"/>
              <a:buChar char="o"/>
            </a:pPr>
            <a:r>
              <a:rPr lang="en-US" altLang="en-US" sz="2400" dirty="0">
                <a:solidFill>
                  <a:srgbClr val="7030A0"/>
                </a:solidFill>
              </a:rPr>
              <a:t>Structure</a:t>
            </a:r>
          </a:p>
          <a:p>
            <a:pPr lvl="1">
              <a:buFont typeface="Wingdings" panose="05000000000000000000" pitchFamily="2" charset="2"/>
              <a:buChar char="ü"/>
            </a:pPr>
            <a:r>
              <a:rPr lang="en-US" altLang="en-US" sz="2160" dirty="0"/>
              <a:t>In-person</a:t>
            </a:r>
          </a:p>
          <a:p>
            <a:pPr lvl="2">
              <a:buFont typeface="Arial" panose="020B0604020202020204" pitchFamily="34" charset="0"/>
              <a:buChar char="•"/>
            </a:pPr>
            <a:r>
              <a:rPr lang="en-US" altLang="en-US" sz="1800" dirty="0"/>
              <a:t>Lecture</a:t>
            </a:r>
          </a:p>
          <a:p>
            <a:pPr lvl="2">
              <a:buFont typeface="Arial" panose="020B0604020202020204" pitchFamily="34" charset="0"/>
              <a:buChar char="•"/>
            </a:pPr>
            <a:r>
              <a:rPr lang="en-US" altLang="en-US" sz="1800" dirty="0"/>
              <a:t>Lab</a:t>
            </a:r>
          </a:p>
          <a:p>
            <a:pPr lvl="2">
              <a:buFont typeface="Arial" panose="020B0604020202020204" pitchFamily="34" charset="0"/>
              <a:buChar char="•"/>
            </a:pPr>
            <a:r>
              <a:rPr lang="en-US" altLang="en-US" sz="1800" dirty="0"/>
              <a:t>Final presentation</a:t>
            </a:r>
          </a:p>
          <a:p>
            <a:pPr lvl="2">
              <a:buFont typeface="Arial" panose="020B0604020202020204" pitchFamily="34" charset="0"/>
              <a:buChar char="•"/>
            </a:pPr>
            <a:r>
              <a:rPr lang="en-US" altLang="en-US" sz="1800" dirty="0"/>
              <a:t>Office hour </a:t>
            </a:r>
          </a:p>
          <a:p>
            <a:pPr lvl="2">
              <a:buFont typeface="Arial" panose="020B0604020202020204" pitchFamily="34" charset="0"/>
              <a:buChar char="•"/>
            </a:pPr>
            <a:r>
              <a:rPr lang="en-US" altLang="zh-CN" sz="1800" dirty="0"/>
              <a:t>Preferred availability: MW, 1:00 – 4:00 pm</a:t>
            </a:r>
          </a:p>
          <a:p>
            <a:pPr lvl="2">
              <a:buFont typeface="Arial" panose="020B0604020202020204" pitchFamily="34" charset="0"/>
              <a:buChar char="•"/>
            </a:pPr>
            <a:r>
              <a:rPr lang="en-US" altLang="zh-CN" sz="1800" dirty="0"/>
              <a:t>Office Phone: 501-450-3434</a:t>
            </a:r>
            <a:endParaRPr lang="zh-CN" altLang="zh-CN" sz="1800" dirty="0"/>
          </a:p>
          <a:p>
            <a:pPr marL="822960" lvl="2" indent="0">
              <a:buNone/>
            </a:pPr>
            <a:endParaRPr lang="zh-CN" altLang="zh-CN" sz="1800" dirty="0"/>
          </a:p>
          <a:p>
            <a:pPr lvl="1">
              <a:buFont typeface="Wingdings" panose="05000000000000000000" pitchFamily="2" charset="2"/>
              <a:buChar char="ü"/>
            </a:pPr>
            <a:r>
              <a:rPr lang="en-US" altLang="en-US" sz="2160" dirty="0">
                <a:solidFill>
                  <a:srgbClr val="FF0000"/>
                </a:solidFill>
              </a:rPr>
              <a:t>May Change!</a:t>
            </a:r>
          </a:p>
          <a:p>
            <a:pPr lvl="2">
              <a:buFont typeface="Arial" panose="020B0604020202020204" pitchFamily="34" charset="0"/>
              <a:buChar char="•"/>
            </a:pPr>
            <a:r>
              <a:rPr lang="en-US" altLang="en-US" sz="1800" dirty="0"/>
              <a:t>Please regularly check </a:t>
            </a:r>
            <a:r>
              <a:rPr lang="en-US" altLang="en-US" sz="1800"/>
              <a:t>your Brightspace </a:t>
            </a:r>
            <a:r>
              <a:rPr lang="en-US" altLang="en-US" sz="1800" dirty="0"/>
              <a:t>or email</a:t>
            </a:r>
          </a:p>
        </p:txBody>
      </p:sp>
      <p:cxnSp>
        <p:nvCxnSpPr>
          <p:cNvPr id="4" name="Straight Connector 3">
            <a:extLst>
              <a:ext uri="{FF2B5EF4-FFF2-40B4-BE49-F238E27FC236}">
                <a16:creationId xmlns:a16="http://schemas.microsoft.com/office/drawing/2014/main" id="{D4EB9696-B2DB-43F4-B52A-F64A3152234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9D7B9A9B-3B1A-4D8A-8275-AAA1205C7D4E}"/>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Course overview and expectations</a:t>
            </a:r>
            <a:endParaRPr lang="en-US" sz="2600" i="1" dirty="0">
              <a:solidFill>
                <a:srgbClr val="7030A0"/>
              </a:solidFill>
            </a:endParaRPr>
          </a:p>
        </p:txBody>
      </p:sp>
      <p:sp>
        <p:nvSpPr>
          <p:cNvPr id="2" name="Slide Number Placeholder 1">
            <a:extLst>
              <a:ext uri="{FF2B5EF4-FFF2-40B4-BE49-F238E27FC236}">
                <a16:creationId xmlns:a16="http://schemas.microsoft.com/office/drawing/2014/main" id="{6EDBF9BC-B3FC-4D00-B7E0-B2749A88364A}"/>
              </a:ext>
            </a:extLst>
          </p:cNvPr>
          <p:cNvSpPr>
            <a:spLocks noGrp="1"/>
          </p:cNvSpPr>
          <p:nvPr>
            <p:ph type="sldNum" sz="quarter" idx="12"/>
          </p:nvPr>
        </p:nvSpPr>
        <p:spPr/>
        <p:txBody>
          <a:bodyPr/>
          <a:lstStyle/>
          <a:p>
            <a:fld id="{127DDC20-79C9-9647-820E-6D40A3D210C3}" type="slidenum">
              <a:rPr lang="en-US" smtClean="0"/>
              <a:pPr/>
              <a:t>27</a:t>
            </a:fld>
            <a:endParaRPr lang="en-US"/>
          </a:p>
        </p:txBody>
      </p:sp>
    </p:spTree>
    <p:extLst>
      <p:ext uri="{BB962C8B-B14F-4D97-AF65-F5344CB8AC3E}">
        <p14:creationId xmlns:p14="http://schemas.microsoft.com/office/powerpoint/2010/main" val="41590427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3" name="Rectangle 1027">
            <a:extLst>
              <a:ext uri="{FF2B5EF4-FFF2-40B4-BE49-F238E27FC236}">
                <a16:creationId xmlns:a16="http://schemas.microsoft.com/office/drawing/2014/main" id="{F91C3C4F-AFA8-48B3-AF1A-33AC2E596FD4}"/>
              </a:ext>
            </a:extLst>
          </p:cNvPr>
          <p:cNvSpPr>
            <a:spLocks noGrp="1" noChangeArrowheads="1"/>
          </p:cNvSpPr>
          <p:nvPr>
            <p:ph type="body" idx="1"/>
          </p:nvPr>
        </p:nvSpPr>
        <p:spPr>
          <a:xfrm>
            <a:off x="302741" y="1029962"/>
            <a:ext cx="7679724" cy="4113538"/>
          </a:xfrm>
        </p:spPr>
        <p:txBody>
          <a:bodyPr>
            <a:normAutofit fontScale="85000" lnSpcReduction="20000"/>
          </a:bodyPr>
          <a:lstStyle/>
          <a:p>
            <a:pPr>
              <a:buFont typeface="Courier New" panose="02070309020205020404" pitchFamily="49" charset="0"/>
              <a:buChar char="o"/>
            </a:pPr>
            <a:r>
              <a:rPr lang="en-US" sz="2400" b="0" i="0" u="none" strike="noStrike" baseline="0" dirty="0">
                <a:solidFill>
                  <a:srgbClr val="7030A0"/>
                </a:solidFill>
                <a:latin typeface="Times New Roman" panose="02020603050405020304" pitchFamily="18" charset="0"/>
              </a:rPr>
              <a:t>After this course</a:t>
            </a:r>
            <a:endParaRPr lang="en-US" sz="1800" b="0" i="0" u="none" strike="noStrike" baseline="0" dirty="0">
              <a:solidFill>
                <a:srgbClr val="000000"/>
              </a:solidFill>
              <a:latin typeface="Times New Roman" panose="02020603050405020304" pitchFamily="18" charset="0"/>
            </a:endParaRPr>
          </a:p>
          <a:p>
            <a:pPr lvl="0"/>
            <a:r>
              <a:rPr lang="en-US" altLang="zh-CN" sz="2100" dirty="0"/>
              <a:t>explain Mobile GIS, and Web GIS principles and concepts</a:t>
            </a:r>
            <a:endParaRPr lang="zh-CN" altLang="zh-CN" sz="2100" dirty="0"/>
          </a:p>
          <a:p>
            <a:pPr lvl="0"/>
            <a:r>
              <a:rPr lang="en-US" altLang="zh-CN" sz="2100" dirty="0"/>
              <a:t>collect spatial data using cell phone through Suvey123</a:t>
            </a:r>
            <a:endParaRPr lang="zh-CN" altLang="zh-CN" sz="2100" dirty="0"/>
          </a:p>
          <a:p>
            <a:pPr lvl="0"/>
            <a:r>
              <a:rPr lang="en-US" altLang="zh-CN" sz="2100" dirty="0"/>
              <a:t>implement field data into GIS software (Esri ArcGIS)</a:t>
            </a:r>
            <a:endParaRPr lang="zh-CN" altLang="zh-CN" sz="2100" dirty="0"/>
          </a:p>
          <a:p>
            <a:pPr lvl="0"/>
            <a:r>
              <a:rPr lang="en-US" altLang="zh-CN" sz="2100" dirty="0"/>
              <a:t>understand the integration of technology and teamwork in Mobile GIS operations</a:t>
            </a:r>
            <a:endParaRPr lang="zh-CN" altLang="zh-CN" sz="2100" dirty="0"/>
          </a:p>
          <a:p>
            <a:pPr lvl="0"/>
            <a:r>
              <a:rPr lang="en-US" altLang="zh-CN" sz="2100" dirty="0"/>
              <a:t>produce maps using ArcGIS online mapping technique</a:t>
            </a:r>
            <a:endParaRPr lang="zh-CN" altLang="zh-CN" sz="2100" dirty="0"/>
          </a:p>
          <a:p>
            <a:pPr lvl="0"/>
            <a:r>
              <a:rPr lang="en-US" altLang="zh-CN" sz="2100" dirty="0"/>
              <a:t>understand ArcGIS Living Atlas contents</a:t>
            </a:r>
            <a:endParaRPr lang="zh-CN" altLang="zh-CN" sz="2100" dirty="0"/>
          </a:p>
          <a:p>
            <a:pPr lvl="0"/>
            <a:r>
              <a:rPr lang="en-US" altLang="zh-CN" sz="2100" dirty="0"/>
              <a:t>Create interactive geographic stories using ArcGIS </a:t>
            </a:r>
            <a:r>
              <a:rPr lang="en-US" altLang="zh-CN" sz="2100" dirty="0" err="1"/>
              <a:t>StoryMaps</a:t>
            </a:r>
            <a:r>
              <a:rPr lang="en-US" altLang="zh-CN" sz="2100" dirty="0"/>
              <a:t> and 3D web scenes.</a:t>
            </a:r>
            <a:endParaRPr lang="zh-CN" altLang="zh-CN" sz="2100" dirty="0"/>
          </a:p>
          <a:p>
            <a:pPr lvl="0"/>
            <a:r>
              <a:rPr lang="en-US" altLang="zh-CN" sz="2100" dirty="0"/>
              <a:t>Explain GNSS principles and concepts</a:t>
            </a:r>
            <a:endParaRPr lang="zh-CN" altLang="zh-CN" sz="2100" dirty="0"/>
          </a:p>
          <a:p>
            <a:pPr lvl="0"/>
            <a:r>
              <a:rPr lang="en-US" altLang="zh-CN" sz="2100" dirty="0"/>
              <a:t>Fly a UAV</a:t>
            </a:r>
            <a:endParaRPr lang="zh-CN" altLang="zh-CN" sz="2100" dirty="0"/>
          </a:p>
          <a:p>
            <a:pPr lvl="0"/>
            <a:r>
              <a:rPr lang="en-US" altLang="zh-CN" sz="2100" dirty="0"/>
              <a:t>Create interactive Web GIS applications using ArcGIS Hub, Dashboards, Experience Builder, and </a:t>
            </a:r>
            <a:r>
              <a:rPr lang="en-US" altLang="zh-CN" sz="2100" dirty="0" err="1"/>
              <a:t>StoryMaps</a:t>
            </a:r>
            <a:r>
              <a:rPr lang="en-US" altLang="zh-CN" sz="2100" dirty="0"/>
              <a:t>.</a:t>
            </a:r>
            <a:endParaRPr lang="zh-CN" altLang="zh-CN" sz="2100" dirty="0"/>
          </a:p>
        </p:txBody>
      </p:sp>
      <p:cxnSp>
        <p:nvCxnSpPr>
          <p:cNvPr id="4" name="Straight Connector 3">
            <a:extLst>
              <a:ext uri="{FF2B5EF4-FFF2-40B4-BE49-F238E27FC236}">
                <a16:creationId xmlns:a16="http://schemas.microsoft.com/office/drawing/2014/main" id="{D4EB9696-B2DB-43F4-B52A-F64A3152234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9D7B9A9B-3B1A-4D8A-8275-AAA1205C7D4E}"/>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Course overview and expectations</a:t>
            </a:r>
            <a:endParaRPr lang="en-US" sz="2600" i="1" dirty="0">
              <a:solidFill>
                <a:srgbClr val="7030A0"/>
              </a:solidFill>
            </a:endParaRPr>
          </a:p>
        </p:txBody>
      </p:sp>
      <p:sp>
        <p:nvSpPr>
          <p:cNvPr id="2" name="Slide Number Placeholder 1">
            <a:extLst>
              <a:ext uri="{FF2B5EF4-FFF2-40B4-BE49-F238E27FC236}">
                <a16:creationId xmlns:a16="http://schemas.microsoft.com/office/drawing/2014/main" id="{6EDBF9BC-B3FC-4D00-B7E0-B2749A88364A}"/>
              </a:ext>
            </a:extLst>
          </p:cNvPr>
          <p:cNvSpPr>
            <a:spLocks noGrp="1"/>
          </p:cNvSpPr>
          <p:nvPr>
            <p:ph type="sldNum" sz="quarter" idx="12"/>
          </p:nvPr>
        </p:nvSpPr>
        <p:spPr/>
        <p:txBody>
          <a:bodyPr/>
          <a:lstStyle/>
          <a:p>
            <a:fld id="{127DDC20-79C9-9647-820E-6D40A3D210C3}" type="slidenum">
              <a:rPr lang="en-US" smtClean="0"/>
              <a:pPr/>
              <a:t>28</a:t>
            </a:fld>
            <a:endParaRPr lang="en-US"/>
          </a:p>
        </p:txBody>
      </p:sp>
    </p:spTree>
    <p:extLst>
      <p:ext uri="{BB962C8B-B14F-4D97-AF65-F5344CB8AC3E}">
        <p14:creationId xmlns:p14="http://schemas.microsoft.com/office/powerpoint/2010/main" val="134043916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3" name="Rectangle 1027">
            <a:extLst>
              <a:ext uri="{FF2B5EF4-FFF2-40B4-BE49-F238E27FC236}">
                <a16:creationId xmlns:a16="http://schemas.microsoft.com/office/drawing/2014/main" id="{F91C3C4F-AFA8-48B3-AF1A-33AC2E596FD4}"/>
              </a:ext>
            </a:extLst>
          </p:cNvPr>
          <p:cNvSpPr>
            <a:spLocks noGrp="1" noChangeArrowheads="1"/>
          </p:cNvSpPr>
          <p:nvPr>
            <p:ph type="body" idx="1"/>
          </p:nvPr>
        </p:nvSpPr>
        <p:spPr>
          <a:xfrm>
            <a:off x="302741" y="1029962"/>
            <a:ext cx="7679724" cy="3886200"/>
          </a:xfrm>
        </p:spPr>
        <p:txBody>
          <a:bodyPr>
            <a:normAutofit/>
          </a:bodyPr>
          <a:lstStyle/>
          <a:p>
            <a:pPr>
              <a:buFont typeface="Courier New" panose="02070309020205020404" pitchFamily="49" charset="0"/>
              <a:buChar char="o"/>
            </a:pPr>
            <a:r>
              <a:rPr lang="en-US" altLang="en-US" sz="2400" dirty="0">
                <a:solidFill>
                  <a:srgbClr val="7030A0"/>
                </a:solidFill>
              </a:rPr>
              <a:t>Contact Info</a:t>
            </a:r>
          </a:p>
          <a:p>
            <a:pPr lvl="1">
              <a:buFont typeface="Wingdings" panose="05000000000000000000" pitchFamily="2" charset="2"/>
              <a:buChar char="ü"/>
            </a:pPr>
            <a:r>
              <a:rPr lang="en-US" sz="2160" dirty="0"/>
              <a:t>Burdick 318</a:t>
            </a:r>
            <a:endParaRPr lang="en-US" altLang="en-US" sz="2160" dirty="0"/>
          </a:p>
          <a:p>
            <a:pPr lvl="1">
              <a:buFont typeface="Wingdings" panose="05000000000000000000" pitchFamily="2" charset="2"/>
              <a:buChar char="ü"/>
            </a:pPr>
            <a:r>
              <a:rPr lang="en-US" altLang="en-US" sz="2160" dirty="0"/>
              <a:t>Email: ywu@uca.edu</a:t>
            </a:r>
          </a:p>
        </p:txBody>
      </p:sp>
      <p:cxnSp>
        <p:nvCxnSpPr>
          <p:cNvPr id="4" name="Straight Connector 3">
            <a:extLst>
              <a:ext uri="{FF2B5EF4-FFF2-40B4-BE49-F238E27FC236}">
                <a16:creationId xmlns:a16="http://schemas.microsoft.com/office/drawing/2014/main" id="{D4EB9696-B2DB-43F4-B52A-F64A3152234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9D7B9A9B-3B1A-4D8A-8275-AAA1205C7D4E}"/>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Course overview and expectations</a:t>
            </a:r>
            <a:endParaRPr lang="en-US" sz="2600" i="1" dirty="0">
              <a:solidFill>
                <a:srgbClr val="7030A0"/>
              </a:solidFill>
            </a:endParaRPr>
          </a:p>
        </p:txBody>
      </p:sp>
      <p:sp>
        <p:nvSpPr>
          <p:cNvPr id="2" name="Slide Number Placeholder 1">
            <a:extLst>
              <a:ext uri="{FF2B5EF4-FFF2-40B4-BE49-F238E27FC236}">
                <a16:creationId xmlns:a16="http://schemas.microsoft.com/office/drawing/2014/main" id="{6EDBF9BC-B3FC-4D00-B7E0-B2749A88364A}"/>
              </a:ext>
            </a:extLst>
          </p:cNvPr>
          <p:cNvSpPr>
            <a:spLocks noGrp="1"/>
          </p:cNvSpPr>
          <p:nvPr>
            <p:ph type="sldNum" sz="quarter" idx="12"/>
          </p:nvPr>
        </p:nvSpPr>
        <p:spPr/>
        <p:txBody>
          <a:bodyPr/>
          <a:lstStyle/>
          <a:p>
            <a:fld id="{127DDC20-79C9-9647-820E-6D40A3D210C3}" type="slidenum">
              <a:rPr lang="en-US" smtClean="0"/>
              <a:pPr/>
              <a:t>29</a:t>
            </a:fld>
            <a:endParaRPr lang="en-US"/>
          </a:p>
        </p:txBody>
      </p:sp>
    </p:spTree>
    <p:extLst>
      <p:ext uri="{BB962C8B-B14F-4D97-AF65-F5344CB8AC3E}">
        <p14:creationId xmlns:p14="http://schemas.microsoft.com/office/powerpoint/2010/main" val="367544205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D4EB9696-B2DB-43F4-B52A-F64A3152234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9D7B9A9B-3B1A-4D8A-8275-AAA1205C7D4E}"/>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Course overview and expectations</a:t>
            </a:r>
            <a:endParaRPr lang="en-US" sz="2600" i="1" dirty="0">
              <a:solidFill>
                <a:srgbClr val="7030A0"/>
              </a:solidFill>
            </a:endParaRPr>
          </a:p>
        </p:txBody>
      </p:sp>
      <p:sp>
        <p:nvSpPr>
          <p:cNvPr id="2" name="Slide Number Placeholder 1">
            <a:extLst>
              <a:ext uri="{FF2B5EF4-FFF2-40B4-BE49-F238E27FC236}">
                <a16:creationId xmlns:a16="http://schemas.microsoft.com/office/drawing/2014/main" id="{6EDBF9BC-B3FC-4D00-B7E0-B2749A88364A}"/>
              </a:ext>
            </a:extLst>
          </p:cNvPr>
          <p:cNvSpPr>
            <a:spLocks noGrp="1"/>
          </p:cNvSpPr>
          <p:nvPr>
            <p:ph type="sldNum" sz="quarter" idx="12"/>
          </p:nvPr>
        </p:nvSpPr>
        <p:spPr/>
        <p:txBody>
          <a:bodyPr/>
          <a:lstStyle/>
          <a:p>
            <a:fld id="{127DDC20-79C9-9647-820E-6D40A3D210C3}" type="slidenum">
              <a:rPr lang="en-US" smtClean="0"/>
              <a:pPr/>
              <a:t>30</a:t>
            </a:fld>
            <a:endParaRPr lang="en-US"/>
          </a:p>
        </p:txBody>
      </p:sp>
      <p:sp>
        <p:nvSpPr>
          <p:cNvPr id="9" name="Rectangle 1027">
            <a:extLst>
              <a:ext uri="{FF2B5EF4-FFF2-40B4-BE49-F238E27FC236}">
                <a16:creationId xmlns:a16="http://schemas.microsoft.com/office/drawing/2014/main" id="{71B653C7-50F3-46BF-B6EC-D3E2A110440E}"/>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400" dirty="0">
                <a:solidFill>
                  <a:srgbClr val="7030A0"/>
                </a:solidFill>
                <a:latin typeface="Times New Roman" panose="02020603050405020304" pitchFamily="18" charset="0"/>
              </a:rPr>
              <a:t>Place for slides, and submitting lab exercise</a:t>
            </a:r>
            <a:endParaRPr lang="en-US" sz="1800" dirty="0">
              <a:solidFill>
                <a:srgbClr val="000000"/>
              </a:solidFill>
              <a:latin typeface="Times New Roman" panose="02020603050405020304" pitchFamily="18" charset="0"/>
            </a:endParaRPr>
          </a:p>
        </p:txBody>
      </p:sp>
      <p:pic>
        <p:nvPicPr>
          <p:cNvPr id="7" name="Picture 6">
            <a:extLst>
              <a:ext uri="{FF2B5EF4-FFF2-40B4-BE49-F238E27FC236}">
                <a16:creationId xmlns:a16="http://schemas.microsoft.com/office/drawing/2014/main" id="{197CFF35-2E84-8EBE-1BA7-512804DECE06}"/>
              </a:ext>
            </a:extLst>
          </p:cNvPr>
          <p:cNvPicPr>
            <a:picLocks noChangeAspect="1"/>
          </p:cNvPicPr>
          <p:nvPr/>
        </p:nvPicPr>
        <p:blipFill>
          <a:blip r:embed="rId3"/>
          <a:stretch>
            <a:fillRect/>
          </a:stretch>
        </p:blipFill>
        <p:spPr>
          <a:xfrm>
            <a:off x="960120" y="1702952"/>
            <a:ext cx="5695406" cy="2824589"/>
          </a:xfrm>
          <a:prstGeom prst="rect">
            <a:avLst/>
          </a:prstGeom>
        </p:spPr>
      </p:pic>
    </p:spTree>
    <p:extLst>
      <p:ext uri="{BB962C8B-B14F-4D97-AF65-F5344CB8AC3E}">
        <p14:creationId xmlns:p14="http://schemas.microsoft.com/office/powerpoint/2010/main" val="72826792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3" name="Rectangle 1027">
            <a:extLst>
              <a:ext uri="{FF2B5EF4-FFF2-40B4-BE49-F238E27FC236}">
                <a16:creationId xmlns:a16="http://schemas.microsoft.com/office/drawing/2014/main" id="{F91C3C4F-AFA8-48B3-AF1A-33AC2E596FD4}"/>
              </a:ext>
            </a:extLst>
          </p:cNvPr>
          <p:cNvSpPr>
            <a:spLocks noGrp="1" noChangeArrowheads="1"/>
          </p:cNvSpPr>
          <p:nvPr>
            <p:ph type="body" idx="1"/>
          </p:nvPr>
        </p:nvSpPr>
        <p:spPr>
          <a:xfrm>
            <a:off x="302740" y="1029962"/>
            <a:ext cx="7850659" cy="3886200"/>
          </a:xfrm>
        </p:spPr>
        <p:txBody>
          <a:bodyPr>
            <a:normAutofit/>
          </a:bodyPr>
          <a:lstStyle/>
          <a:p>
            <a:pPr>
              <a:buFont typeface="Courier New" panose="02070309020205020404" pitchFamily="49" charset="0"/>
              <a:buChar char="o"/>
            </a:pPr>
            <a:r>
              <a:rPr lang="en-US" altLang="en-US" sz="2600" dirty="0"/>
              <a:t>ESRI ArcGIS Pro</a:t>
            </a:r>
            <a:endParaRPr lang="en-US" altLang="en-US" sz="2160" dirty="0"/>
          </a:p>
          <a:p>
            <a:pPr marL="411480" lvl="1" indent="0">
              <a:buNone/>
            </a:pPr>
            <a:endParaRPr lang="en-US" altLang="en-US" sz="2160" dirty="0"/>
          </a:p>
        </p:txBody>
      </p:sp>
      <p:cxnSp>
        <p:nvCxnSpPr>
          <p:cNvPr id="4" name="Straight Connector 3">
            <a:extLst>
              <a:ext uri="{FF2B5EF4-FFF2-40B4-BE49-F238E27FC236}">
                <a16:creationId xmlns:a16="http://schemas.microsoft.com/office/drawing/2014/main" id="{D4EB9696-B2DB-43F4-B52A-F64A3152234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9D7B9A9B-3B1A-4D8A-8275-AAA1205C7D4E}"/>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Software – ArcGIS Pro</a:t>
            </a:r>
            <a:endParaRPr lang="en-US" sz="2600" dirty="0">
              <a:solidFill>
                <a:srgbClr val="7030A0"/>
              </a:solidFill>
            </a:endParaRPr>
          </a:p>
        </p:txBody>
      </p:sp>
      <p:sp>
        <p:nvSpPr>
          <p:cNvPr id="2" name="Slide Number Placeholder 1">
            <a:extLst>
              <a:ext uri="{FF2B5EF4-FFF2-40B4-BE49-F238E27FC236}">
                <a16:creationId xmlns:a16="http://schemas.microsoft.com/office/drawing/2014/main" id="{6EDBF9BC-B3FC-4D00-B7E0-B2749A88364A}"/>
              </a:ext>
            </a:extLst>
          </p:cNvPr>
          <p:cNvSpPr>
            <a:spLocks noGrp="1"/>
          </p:cNvSpPr>
          <p:nvPr>
            <p:ph type="sldNum" sz="quarter" idx="12"/>
          </p:nvPr>
        </p:nvSpPr>
        <p:spPr/>
        <p:txBody>
          <a:bodyPr/>
          <a:lstStyle/>
          <a:p>
            <a:fld id="{127DDC20-79C9-9647-820E-6D40A3D210C3}" type="slidenum">
              <a:rPr lang="en-US" smtClean="0"/>
              <a:pPr/>
              <a:t>31</a:t>
            </a:fld>
            <a:endParaRPr lang="en-US"/>
          </a:p>
        </p:txBody>
      </p:sp>
      <p:pic>
        <p:nvPicPr>
          <p:cNvPr id="7" name="Picture 6" descr="ArcGIS Pro">
            <a:extLst>
              <a:ext uri="{FF2B5EF4-FFF2-40B4-BE49-F238E27FC236}">
                <a16:creationId xmlns:a16="http://schemas.microsoft.com/office/drawing/2014/main" id="{6E6C59CF-40DE-4BFA-989F-8B691C987B9F}"/>
              </a:ext>
            </a:extLst>
          </p:cNvPr>
          <p:cNvPicPr>
            <a:picLocks noChangeAspect="1"/>
          </p:cNvPicPr>
          <p:nvPr/>
        </p:nvPicPr>
        <p:blipFill>
          <a:blip r:embed="rId3"/>
          <a:stretch>
            <a:fillRect/>
          </a:stretch>
        </p:blipFill>
        <p:spPr>
          <a:xfrm>
            <a:off x="152400" y="1570632"/>
            <a:ext cx="3456875" cy="1725724"/>
          </a:xfrm>
          <a:prstGeom prst="rect">
            <a:avLst/>
          </a:prstGeom>
        </p:spPr>
      </p:pic>
      <p:pic>
        <p:nvPicPr>
          <p:cNvPr id="10" name="Picture 9" descr="ArcGIS Pro">
            <a:extLst>
              <a:ext uri="{FF2B5EF4-FFF2-40B4-BE49-F238E27FC236}">
                <a16:creationId xmlns:a16="http://schemas.microsoft.com/office/drawing/2014/main" id="{0EFE9027-4C7A-481C-B63C-2335038CB786}"/>
              </a:ext>
            </a:extLst>
          </p:cNvPr>
          <p:cNvPicPr>
            <a:picLocks noChangeAspect="1"/>
          </p:cNvPicPr>
          <p:nvPr/>
        </p:nvPicPr>
        <p:blipFill>
          <a:blip r:embed="rId4"/>
          <a:stretch>
            <a:fillRect/>
          </a:stretch>
        </p:blipFill>
        <p:spPr>
          <a:xfrm>
            <a:off x="3823937" y="2601420"/>
            <a:ext cx="4114800" cy="2165843"/>
          </a:xfrm>
          <a:prstGeom prst="rect">
            <a:avLst/>
          </a:prstGeom>
        </p:spPr>
      </p:pic>
    </p:spTree>
    <p:extLst>
      <p:ext uri="{BB962C8B-B14F-4D97-AF65-F5344CB8AC3E}">
        <p14:creationId xmlns:p14="http://schemas.microsoft.com/office/powerpoint/2010/main" val="165923352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D4EB9696-B2DB-43F4-B52A-F64A3152234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9D7B9A9B-3B1A-4D8A-8275-AAA1205C7D4E}"/>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Software</a:t>
            </a:r>
          </a:p>
        </p:txBody>
      </p:sp>
      <p:sp>
        <p:nvSpPr>
          <p:cNvPr id="2" name="Slide Number Placeholder 1">
            <a:extLst>
              <a:ext uri="{FF2B5EF4-FFF2-40B4-BE49-F238E27FC236}">
                <a16:creationId xmlns:a16="http://schemas.microsoft.com/office/drawing/2014/main" id="{6EDBF9BC-B3FC-4D00-B7E0-B2749A88364A}"/>
              </a:ext>
            </a:extLst>
          </p:cNvPr>
          <p:cNvSpPr>
            <a:spLocks noGrp="1"/>
          </p:cNvSpPr>
          <p:nvPr>
            <p:ph type="sldNum" sz="quarter" idx="12"/>
          </p:nvPr>
        </p:nvSpPr>
        <p:spPr/>
        <p:txBody>
          <a:bodyPr/>
          <a:lstStyle/>
          <a:p>
            <a:fld id="{127DDC20-79C9-9647-820E-6D40A3D210C3}" type="slidenum">
              <a:rPr lang="en-US" smtClean="0"/>
              <a:pPr/>
              <a:t>32</a:t>
            </a:fld>
            <a:endParaRPr lang="en-US"/>
          </a:p>
        </p:txBody>
      </p:sp>
      <p:sp>
        <p:nvSpPr>
          <p:cNvPr id="7" name="Rectangle 1027">
            <a:extLst>
              <a:ext uri="{FF2B5EF4-FFF2-40B4-BE49-F238E27FC236}">
                <a16:creationId xmlns:a16="http://schemas.microsoft.com/office/drawing/2014/main" id="{74743E1C-0078-4F20-AC2C-8A538D2F28EF}"/>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altLang="en-US" sz="2600" dirty="0"/>
              <a:t>ArcGIS Pro installed in your own PC </a:t>
            </a:r>
          </a:p>
        </p:txBody>
      </p:sp>
      <p:sp>
        <p:nvSpPr>
          <p:cNvPr id="9" name="Rectangle 8" descr="red box">
            <a:extLst>
              <a:ext uri="{FF2B5EF4-FFF2-40B4-BE49-F238E27FC236}">
                <a16:creationId xmlns:a16="http://schemas.microsoft.com/office/drawing/2014/main" id="{185F94B4-2F72-47BF-9FAA-D84683A8426A}"/>
              </a:ext>
            </a:extLst>
          </p:cNvPr>
          <p:cNvSpPr/>
          <p:nvPr/>
        </p:nvSpPr>
        <p:spPr>
          <a:xfrm>
            <a:off x="6332749" y="2130407"/>
            <a:ext cx="635619" cy="182733"/>
          </a:xfrm>
          <a:prstGeom prst="rect">
            <a:avLst/>
          </a:prstGeom>
          <a:noFill/>
          <a:ln>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pic>
        <p:nvPicPr>
          <p:cNvPr id="6" name="Picture 5">
            <a:extLst>
              <a:ext uri="{FF2B5EF4-FFF2-40B4-BE49-F238E27FC236}">
                <a16:creationId xmlns:a16="http://schemas.microsoft.com/office/drawing/2014/main" id="{CE1E310E-E890-9AA0-2DA8-AB772F7A54D7}"/>
              </a:ext>
            </a:extLst>
          </p:cNvPr>
          <p:cNvPicPr>
            <a:picLocks noChangeAspect="1"/>
          </p:cNvPicPr>
          <p:nvPr/>
        </p:nvPicPr>
        <p:blipFill>
          <a:blip r:embed="rId3"/>
          <a:stretch>
            <a:fillRect/>
          </a:stretch>
        </p:blipFill>
        <p:spPr>
          <a:xfrm>
            <a:off x="392550" y="1634227"/>
            <a:ext cx="7679724" cy="2878304"/>
          </a:xfrm>
          <a:prstGeom prst="rect">
            <a:avLst/>
          </a:prstGeom>
        </p:spPr>
      </p:pic>
    </p:spTree>
    <p:extLst>
      <p:ext uri="{BB962C8B-B14F-4D97-AF65-F5344CB8AC3E}">
        <p14:creationId xmlns:p14="http://schemas.microsoft.com/office/powerpoint/2010/main" val="270034655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D4EB9696-B2DB-43F4-B52A-F64A3152234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9D7B9A9B-3B1A-4D8A-8275-AAA1205C7D4E}"/>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Software – ArcGIS Online</a:t>
            </a:r>
          </a:p>
        </p:txBody>
      </p:sp>
      <p:sp>
        <p:nvSpPr>
          <p:cNvPr id="2" name="Slide Number Placeholder 1">
            <a:extLst>
              <a:ext uri="{FF2B5EF4-FFF2-40B4-BE49-F238E27FC236}">
                <a16:creationId xmlns:a16="http://schemas.microsoft.com/office/drawing/2014/main" id="{6EDBF9BC-B3FC-4D00-B7E0-B2749A88364A}"/>
              </a:ext>
            </a:extLst>
          </p:cNvPr>
          <p:cNvSpPr>
            <a:spLocks noGrp="1"/>
          </p:cNvSpPr>
          <p:nvPr>
            <p:ph type="sldNum" sz="quarter" idx="12"/>
          </p:nvPr>
        </p:nvSpPr>
        <p:spPr/>
        <p:txBody>
          <a:bodyPr/>
          <a:lstStyle/>
          <a:p>
            <a:fld id="{127DDC20-79C9-9647-820E-6D40A3D210C3}" type="slidenum">
              <a:rPr lang="en-US" smtClean="0"/>
              <a:pPr/>
              <a:t>33</a:t>
            </a:fld>
            <a:endParaRPr lang="en-US"/>
          </a:p>
        </p:txBody>
      </p:sp>
      <p:sp>
        <p:nvSpPr>
          <p:cNvPr id="7" name="Rectangle 1027">
            <a:extLst>
              <a:ext uri="{FF2B5EF4-FFF2-40B4-BE49-F238E27FC236}">
                <a16:creationId xmlns:a16="http://schemas.microsoft.com/office/drawing/2014/main" id="{74743E1C-0078-4F20-AC2C-8A538D2F28EF}"/>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altLang="en-US" sz="2600" dirty="0"/>
              <a:t>ArcGIS Online</a:t>
            </a:r>
          </a:p>
          <a:p>
            <a:pPr lvl="1">
              <a:buFont typeface="Wingdings" panose="05000000000000000000" pitchFamily="2" charset="2"/>
              <a:buChar char="ü"/>
            </a:pPr>
            <a:r>
              <a:rPr lang="en-US" altLang="en-US" sz="2240" dirty="0"/>
              <a:t>Log in ArcGIS online</a:t>
            </a:r>
          </a:p>
        </p:txBody>
      </p:sp>
      <p:sp>
        <p:nvSpPr>
          <p:cNvPr id="6" name="TextBox 5">
            <a:extLst>
              <a:ext uri="{FF2B5EF4-FFF2-40B4-BE49-F238E27FC236}">
                <a16:creationId xmlns:a16="http://schemas.microsoft.com/office/drawing/2014/main" id="{6BDF30CA-F963-D0A1-5659-69E39774E5DE}"/>
              </a:ext>
            </a:extLst>
          </p:cNvPr>
          <p:cNvSpPr txBox="1"/>
          <p:nvPr/>
        </p:nvSpPr>
        <p:spPr>
          <a:xfrm>
            <a:off x="3546281" y="1506830"/>
            <a:ext cx="4134678" cy="369332"/>
          </a:xfrm>
          <a:prstGeom prst="rect">
            <a:avLst/>
          </a:prstGeom>
          <a:noFill/>
        </p:spPr>
        <p:txBody>
          <a:bodyPr wrap="square">
            <a:spAutoFit/>
          </a:bodyPr>
          <a:lstStyle/>
          <a:p>
            <a:r>
              <a:rPr lang="en-US" dirty="0">
                <a:hlinkClick r:id="rId3"/>
              </a:rPr>
              <a:t>https://uca.edu/geography/gis/</a:t>
            </a:r>
            <a:endParaRPr lang="en-US" dirty="0"/>
          </a:p>
        </p:txBody>
      </p:sp>
      <p:pic>
        <p:nvPicPr>
          <p:cNvPr id="10" name="Picture 9">
            <a:extLst>
              <a:ext uri="{FF2B5EF4-FFF2-40B4-BE49-F238E27FC236}">
                <a16:creationId xmlns:a16="http://schemas.microsoft.com/office/drawing/2014/main" id="{BF589F1C-88F2-57BD-F8B9-194DB4CA0AB6}"/>
              </a:ext>
            </a:extLst>
          </p:cNvPr>
          <p:cNvPicPr>
            <a:picLocks noChangeAspect="1"/>
          </p:cNvPicPr>
          <p:nvPr/>
        </p:nvPicPr>
        <p:blipFill>
          <a:blip r:embed="rId4"/>
          <a:stretch>
            <a:fillRect/>
          </a:stretch>
        </p:blipFill>
        <p:spPr>
          <a:xfrm>
            <a:off x="2751917" y="2004931"/>
            <a:ext cx="2725766" cy="2633562"/>
          </a:xfrm>
          <a:prstGeom prst="rect">
            <a:avLst/>
          </a:prstGeom>
        </p:spPr>
      </p:pic>
    </p:spTree>
    <p:extLst>
      <p:ext uri="{BB962C8B-B14F-4D97-AF65-F5344CB8AC3E}">
        <p14:creationId xmlns:p14="http://schemas.microsoft.com/office/powerpoint/2010/main" val="424604648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3" name="Rectangle 1027">
            <a:extLst>
              <a:ext uri="{FF2B5EF4-FFF2-40B4-BE49-F238E27FC236}">
                <a16:creationId xmlns:a16="http://schemas.microsoft.com/office/drawing/2014/main" id="{F91C3C4F-AFA8-48B3-AF1A-33AC2E596FD4}"/>
              </a:ext>
            </a:extLst>
          </p:cNvPr>
          <p:cNvSpPr>
            <a:spLocks noGrp="1" noChangeArrowheads="1"/>
          </p:cNvSpPr>
          <p:nvPr>
            <p:ph type="body" idx="1"/>
          </p:nvPr>
        </p:nvSpPr>
        <p:spPr>
          <a:xfrm>
            <a:off x="302740" y="1029962"/>
            <a:ext cx="7850659" cy="3886200"/>
          </a:xfrm>
        </p:spPr>
        <p:txBody>
          <a:bodyPr>
            <a:normAutofit/>
          </a:bodyPr>
          <a:lstStyle/>
          <a:p>
            <a:pPr>
              <a:buFont typeface="Courier New" panose="02070309020205020404" pitchFamily="49" charset="0"/>
              <a:buChar char="o"/>
            </a:pPr>
            <a:r>
              <a:rPr lang="en-US" altLang="en-US" sz="2600" dirty="0"/>
              <a:t>ESRI ArcGIS Pro</a:t>
            </a:r>
            <a:endParaRPr lang="en-US" altLang="en-US" sz="2160" dirty="0"/>
          </a:p>
          <a:p>
            <a:pPr marL="411480" lvl="1" indent="0">
              <a:buNone/>
            </a:pPr>
            <a:endParaRPr lang="en-US" altLang="en-US" sz="2160" dirty="0"/>
          </a:p>
        </p:txBody>
      </p:sp>
      <p:cxnSp>
        <p:nvCxnSpPr>
          <p:cNvPr id="4" name="Straight Connector 3">
            <a:extLst>
              <a:ext uri="{FF2B5EF4-FFF2-40B4-BE49-F238E27FC236}">
                <a16:creationId xmlns:a16="http://schemas.microsoft.com/office/drawing/2014/main" id="{D4EB9696-B2DB-43F4-B52A-F64A3152234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9D7B9A9B-3B1A-4D8A-8275-AAA1205C7D4E}"/>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Software – ArcGIS Pro</a:t>
            </a:r>
            <a:endParaRPr lang="en-US" sz="2600" dirty="0">
              <a:solidFill>
                <a:srgbClr val="7030A0"/>
              </a:solidFill>
            </a:endParaRPr>
          </a:p>
        </p:txBody>
      </p:sp>
      <p:sp>
        <p:nvSpPr>
          <p:cNvPr id="2" name="Slide Number Placeholder 1">
            <a:extLst>
              <a:ext uri="{FF2B5EF4-FFF2-40B4-BE49-F238E27FC236}">
                <a16:creationId xmlns:a16="http://schemas.microsoft.com/office/drawing/2014/main" id="{6EDBF9BC-B3FC-4D00-B7E0-B2749A88364A}"/>
              </a:ext>
            </a:extLst>
          </p:cNvPr>
          <p:cNvSpPr>
            <a:spLocks noGrp="1"/>
          </p:cNvSpPr>
          <p:nvPr>
            <p:ph type="sldNum" sz="quarter" idx="12"/>
          </p:nvPr>
        </p:nvSpPr>
        <p:spPr/>
        <p:txBody>
          <a:bodyPr/>
          <a:lstStyle/>
          <a:p>
            <a:fld id="{127DDC20-79C9-9647-820E-6D40A3D210C3}" type="slidenum">
              <a:rPr lang="en-US" smtClean="0"/>
              <a:pPr/>
              <a:t>34</a:t>
            </a:fld>
            <a:endParaRPr lang="en-US"/>
          </a:p>
        </p:txBody>
      </p:sp>
      <p:pic>
        <p:nvPicPr>
          <p:cNvPr id="7" name="Picture 6" descr="ArcGIS Pro">
            <a:extLst>
              <a:ext uri="{FF2B5EF4-FFF2-40B4-BE49-F238E27FC236}">
                <a16:creationId xmlns:a16="http://schemas.microsoft.com/office/drawing/2014/main" id="{6E6C59CF-40DE-4BFA-989F-8B691C987B9F}"/>
              </a:ext>
            </a:extLst>
          </p:cNvPr>
          <p:cNvPicPr>
            <a:picLocks noChangeAspect="1"/>
          </p:cNvPicPr>
          <p:nvPr/>
        </p:nvPicPr>
        <p:blipFill>
          <a:blip r:embed="rId3"/>
          <a:stretch>
            <a:fillRect/>
          </a:stretch>
        </p:blipFill>
        <p:spPr>
          <a:xfrm>
            <a:off x="152400" y="1570632"/>
            <a:ext cx="3456875" cy="1725724"/>
          </a:xfrm>
          <a:prstGeom prst="rect">
            <a:avLst/>
          </a:prstGeom>
        </p:spPr>
      </p:pic>
      <p:pic>
        <p:nvPicPr>
          <p:cNvPr id="10" name="Picture 9" descr="ArcGIS Pro">
            <a:extLst>
              <a:ext uri="{FF2B5EF4-FFF2-40B4-BE49-F238E27FC236}">
                <a16:creationId xmlns:a16="http://schemas.microsoft.com/office/drawing/2014/main" id="{0EFE9027-4C7A-481C-B63C-2335038CB786}"/>
              </a:ext>
            </a:extLst>
          </p:cNvPr>
          <p:cNvPicPr>
            <a:picLocks noChangeAspect="1"/>
          </p:cNvPicPr>
          <p:nvPr/>
        </p:nvPicPr>
        <p:blipFill>
          <a:blip r:embed="rId4"/>
          <a:stretch>
            <a:fillRect/>
          </a:stretch>
        </p:blipFill>
        <p:spPr>
          <a:xfrm>
            <a:off x="3823937" y="2601420"/>
            <a:ext cx="4114800" cy="2165843"/>
          </a:xfrm>
          <a:prstGeom prst="rect">
            <a:avLst/>
          </a:prstGeom>
        </p:spPr>
      </p:pic>
    </p:spTree>
    <p:extLst>
      <p:ext uri="{BB962C8B-B14F-4D97-AF65-F5344CB8AC3E}">
        <p14:creationId xmlns:p14="http://schemas.microsoft.com/office/powerpoint/2010/main" val="45020321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D4EB9696-B2DB-43F4-B52A-F64A3152234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9D7B9A9B-3B1A-4D8A-8275-AAA1205C7D4E}"/>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Software</a:t>
            </a:r>
          </a:p>
        </p:txBody>
      </p:sp>
      <p:sp>
        <p:nvSpPr>
          <p:cNvPr id="2" name="Slide Number Placeholder 1">
            <a:extLst>
              <a:ext uri="{FF2B5EF4-FFF2-40B4-BE49-F238E27FC236}">
                <a16:creationId xmlns:a16="http://schemas.microsoft.com/office/drawing/2014/main" id="{6EDBF9BC-B3FC-4D00-B7E0-B2749A88364A}"/>
              </a:ext>
            </a:extLst>
          </p:cNvPr>
          <p:cNvSpPr>
            <a:spLocks noGrp="1"/>
          </p:cNvSpPr>
          <p:nvPr>
            <p:ph type="sldNum" sz="quarter" idx="12"/>
          </p:nvPr>
        </p:nvSpPr>
        <p:spPr/>
        <p:txBody>
          <a:bodyPr/>
          <a:lstStyle/>
          <a:p>
            <a:fld id="{127DDC20-79C9-9647-820E-6D40A3D210C3}" type="slidenum">
              <a:rPr lang="en-US" smtClean="0"/>
              <a:pPr/>
              <a:t>35</a:t>
            </a:fld>
            <a:endParaRPr lang="en-US"/>
          </a:p>
        </p:txBody>
      </p:sp>
      <p:sp>
        <p:nvSpPr>
          <p:cNvPr id="7" name="Rectangle 1027">
            <a:extLst>
              <a:ext uri="{FF2B5EF4-FFF2-40B4-BE49-F238E27FC236}">
                <a16:creationId xmlns:a16="http://schemas.microsoft.com/office/drawing/2014/main" id="{74743E1C-0078-4F20-AC2C-8A538D2F28EF}"/>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altLang="en-US" sz="2600" dirty="0"/>
              <a:t>ArcGIS Pro installed in your own PC </a:t>
            </a:r>
          </a:p>
        </p:txBody>
      </p:sp>
      <p:sp>
        <p:nvSpPr>
          <p:cNvPr id="9" name="Rectangle 8" descr="red box">
            <a:extLst>
              <a:ext uri="{FF2B5EF4-FFF2-40B4-BE49-F238E27FC236}">
                <a16:creationId xmlns:a16="http://schemas.microsoft.com/office/drawing/2014/main" id="{185F94B4-2F72-47BF-9FAA-D84683A8426A}"/>
              </a:ext>
            </a:extLst>
          </p:cNvPr>
          <p:cNvSpPr/>
          <p:nvPr/>
        </p:nvSpPr>
        <p:spPr>
          <a:xfrm>
            <a:off x="6332749" y="2130407"/>
            <a:ext cx="635619" cy="182733"/>
          </a:xfrm>
          <a:prstGeom prst="rect">
            <a:avLst/>
          </a:prstGeom>
          <a:noFill/>
          <a:ln>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pic>
        <p:nvPicPr>
          <p:cNvPr id="6" name="Picture 5">
            <a:extLst>
              <a:ext uri="{FF2B5EF4-FFF2-40B4-BE49-F238E27FC236}">
                <a16:creationId xmlns:a16="http://schemas.microsoft.com/office/drawing/2014/main" id="{CE1E310E-E890-9AA0-2DA8-AB772F7A54D7}"/>
              </a:ext>
            </a:extLst>
          </p:cNvPr>
          <p:cNvPicPr>
            <a:picLocks noChangeAspect="1"/>
          </p:cNvPicPr>
          <p:nvPr/>
        </p:nvPicPr>
        <p:blipFill>
          <a:blip r:embed="rId3"/>
          <a:stretch>
            <a:fillRect/>
          </a:stretch>
        </p:blipFill>
        <p:spPr>
          <a:xfrm>
            <a:off x="392550" y="1634227"/>
            <a:ext cx="7679724" cy="2878304"/>
          </a:xfrm>
          <a:prstGeom prst="rect">
            <a:avLst/>
          </a:prstGeom>
        </p:spPr>
      </p:pic>
    </p:spTree>
    <p:extLst>
      <p:ext uri="{BB962C8B-B14F-4D97-AF65-F5344CB8AC3E}">
        <p14:creationId xmlns:p14="http://schemas.microsoft.com/office/powerpoint/2010/main" val="359177946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D4EB9696-B2DB-43F4-B52A-F64A3152234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9D7B9A9B-3B1A-4D8A-8275-AAA1205C7D4E}"/>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Software</a:t>
            </a:r>
          </a:p>
        </p:txBody>
      </p:sp>
      <p:sp>
        <p:nvSpPr>
          <p:cNvPr id="2" name="Slide Number Placeholder 1">
            <a:extLst>
              <a:ext uri="{FF2B5EF4-FFF2-40B4-BE49-F238E27FC236}">
                <a16:creationId xmlns:a16="http://schemas.microsoft.com/office/drawing/2014/main" id="{6EDBF9BC-B3FC-4D00-B7E0-B2749A88364A}"/>
              </a:ext>
            </a:extLst>
          </p:cNvPr>
          <p:cNvSpPr>
            <a:spLocks noGrp="1"/>
          </p:cNvSpPr>
          <p:nvPr>
            <p:ph type="sldNum" sz="quarter" idx="12"/>
          </p:nvPr>
        </p:nvSpPr>
        <p:spPr/>
        <p:txBody>
          <a:bodyPr/>
          <a:lstStyle/>
          <a:p>
            <a:fld id="{127DDC20-79C9-9647-820E-6D40A3D210C3}" type="slidenum">
              <a:rPr lang="en-US" smtClean="0"/>
              <a:pPr/>
              <a:t>36</a:t>
            </a:fld>
            <a:endParaRPr lang="en-US"/>
          </a:p>
        </p:txBody>
      </p:sp>
      <p:sp>
        <p:nvSpPr>
          <p:cNvPr id="7" name="Rectangle 1027">
            <a:extLst>
              <a:ext uri="{FF2B5EF4-FFF2-40B4-BE49-F238E27FC236}">
                <a16:creationId xmlns:a16="http://schemas.microsoft.com/office/drawing/2014/main" id="{74743E1C-0078-4F20-AC2C-8A538D2F28EF}"/>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altLang="en-US" sz="2600" dirty="0"/>
              <a:t>ArcGIS Pro installed in your own PC</a:t>
            </a:r>
          </a:p>
        </p:txBody>
      </p:sp>
      <p:pic>
        <p:nvPicPr>
          <p:cNvPr id="6" name="Picture 5">
            <a:extLst>
              <a:ext uri="{FF2B5EF4-FFF2-40B4-BE49-F238E27FC236}">
                <a16:creationId xmlns:a16="http://schemas.microsoft.com/office/drawing/2014/main" id="{16191FDC-CE04-26B2-50AE-7C0D5AAE2207}"/>
              </a:ext>
            </a:extLst>
          </p:cNvPr>
          <p:cNvPicPr>
            <a:picLocks noChangeAspect="1"/>
          </p:cNvPicPr>
          <p:nvPr/>
        </p:nvPicPr>
        <p:blipFill>
          <a:blip r:embed="rId3"/>
          <a:stretch>
            <a:fillRect/>
          </a:stretch>
        </p:blipFill>
        <p:spPr>
          <a:xfrm>
            <a:off x="628153" y="1410095"/>
            <a:ext cx="6718852" cy="3250117"/>
          </a:xfrm>
          <a:prstGeom prst="rect">
            <a:avLst/>
          </a:prstGeom>
        </p:spPr>
      </p:pic>
    </p:spTree>
    <p:extLst>
      <p:ext uri="{BB962C8B-B14F-4D97-AF65-F5344CB8AC3E}">
        <p14:creationId xmlns:p14="http://schemas.microsoft.com/office/powerpoint/2010/main" val="187280102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descr="ArcGIS online">
            <a:extLst>
              <a:ext uri="{FF2B5EF4-FFF2-40B4-BE49-F238E27FC236}">
                <a16:creationId xmlns:a16="http://schemas.microsoft.com/office/drawing/2014/main" id="{4E1B8593-B5CA-4BCC-8DEC-72CAD8E5E77A}"/>
              </a:ext>
            </a:extLst>
          </p:cNvPr>
          <p:cNvPicPr>
            <a:picLocks noChangeAspect="1"/>
          </p:cNvPicPr>
          <p:nvPr/>
        </p:nvPicPr>
        <p:blipFill>
          <a:blip r:embed="rId3"/>
          <a:stretch>
            <a:fillRect/>
          </a:stretch>
        </p:blipFill>
        <p:spPr>
          <a:xfrm>
            <a:off x="459545" y="1523682"/>
            <a:ext cx="7106298" cy="3392480"/>
          </a:xfrm>
          <a:prstGeom prst="rect">
            <a:avLst/>
          </a:prstGeom>
        </p:spPr>
      </p:pic>
      <p:cxnSp>
        <p:nvCxnSpPr>
          <p:cNvPr id="4" name="Straight Connector 3">
            <a:extLst>
              <a:ext uri="{FF2B5EF4-FFF2-40B4-BE49-F238E27FC236}">
                <a16:creationId xmlns:a16="http://schemas.microsoft.com/office/drawing/2014/main" id="{D4EB9696-B2DB-43F4-B52A-F64A3152234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9D7B9A9B-3B1A-4D8A-8275-AAA1205C7D4E}"/>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Software</a:t>
            </a:r>
          </a:p>
        </p:txBody>
      </p:sp>
      <p:sp>
        <p:nvSpPr>
          <p:cNvPr id="2" name="Slide Number Placeholder 1">
            <a:extLst>
              <a:ext uri="{FF2B5EF4-FFF2-40B4-BE49-F238E27FC236}">
                <a16:creationId xmlns:a16="http://schemas.microsoft.com/office/drawing/2014/main" id="{6EDBF9BC-B3FC-4D00-B7E0-B2749A88364A}"/>
              </a:ext>
            </a:extLst>
          </p:cNvPr>
          <p:cNvSpPr>
            <a:spLocks noGrp="1"/>
          </p:cNvSpPr>
          <p:nvPr>
            <p:ph type="sldNum" sz="quarter" idx="12"/>
          </p:nvPr>
        </p:nvSpPr>
        <p:spPr/>
        <p:txBody>
          <a:bodyPr/>
          <a:lstStyle/>
          <a:p>
            <a:fld id="{127DDC20-79C9-9647-820E-6D40A3D210C3}" type="slidenum">
              <a:rPr lang="en-US" smtClean="0"/>
              <a:pPr/>
              <a:t>37</a:t>
            </a:fld>
            <a:endParaRPr lang="en-US"/>
          </a:p>
        </p:txBody>
      </p:sp>
      <p:sp>
        <p:nvSpPr>
          <p:cNvPr id="7" name="Rectangle 1027">
            <a:extLst>
              <a:ext uri="{FF2B5EF4-FFF2-40B4-BE49-F238E27FC236}">
                <a16:creationId xmlns:a16="http://schemas.microsoft.com/office/drawing/2014/main" id="{74743E1C-0078-4F20-AC2C-8A538D2F28EF}"/>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altLang="en-US" sz="2600" dirty="0"/>
              <a:t>ArcGIS Pro installed in your own PC</a:t>
            </a:r>
          </a:p>
        </p:txBody>
      </p:sp>
      <p:sp>
        <p:nvSpPr>
          <p:cNvPr id="6" name="Rectangle 5" descr="red box">
            <a:extLst>
              <a:ext uri="{FF2B5EF4-FFF2-40B4-BE49-F238E27FC236}">
                <a16:creationId xmlns:a16="http://schemas.microsoft.com/office/drawing/2014/main" id="{79844E2D-9994-4AE6-AF8D-CC66607003A7}"/>
              </a:ext>
            </a:extLst>
          </p:cNvPr>
          <p:cNvSpPr/>
          <p:nvPr/>
        </p:nvSpPr>
        <p:spPr>
          <a:xfrm>
            <a:off x="2219093" y="3681328"/>
            <a:ext cx="1449658" cy="295654"/>
          </a:xfrm>
          <a:prstGeom prst="rect">
            <a:avLst/>
          </a:prstGeom>
          <a:noFill/>
          <a:ln>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6254861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D4EB9696-B2DB-43F4-B52A-F64A3152234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9D7B9A9B-3B1A-4D8A-8275-AAA1205C7D4E}"/>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ArcGIS online account</a:t>
            </a:r>
          </a:p>
        </p:txBody>
      </p:sp>
      <p:sp>
        <p:nvSpPr>
          <p:cNvPr id="2" name="Slide Number Placeholder 1">
            <a:extLst>
              <a:ext uri="{FF2B5EF4-FFF2-40B4-BE49-F238E27FC236}">
                <a16:creationId xmlns:a16="http://schemas.microsoft.com/office/drawing/2014/main" id="{6EDBF9BC-B3FC-4D00-B7E0-B2749A88364A}"/>
              </a:ext>
            </a:extLst>
          </p:cNvPr>
          <p:cNvSpPr>
            <a:spLocks noGrp="1"/>
          </p:cNvSpPr>
          <p:nvPr>
            <p:ph type="sldNum" sz="quarter" idx="12"/>
          </p:nvPr>
        </p:nvSpPr>
        <p:spPr/>
        <p:txBody>
          <a:bodyPr/>
          <a:lstStyle/>
          <a:p>
            <a:fld id="{127DDC20-79C9-9647-820E-6D40A3D210C3}" type="slidenum">
              <a:rPr lang="en-US" smtClean="0"/>
              <a:pPr/>
              <a:t>38</a:t>
            </a:fld>
            <a:endParaRPr lang="en-US"/>
          </a:p>
        </p:txBody>
      </p:sp>
      <p:sp>
        <p:nvSpPr>
          <p:cNvPr id="10" name="Rectangle 1027">
            <a:extLst>
              <a:ext uri="{FF2B5EF4-FFF2-40B4-BE49-F238E27FC236}">
                <a16:creationId xmlns:a16="http://schemas.microsoft.com/office/drawing/2014/main" id="{F56A2858-C24B-4D23-AA5A-007F4E06D6E7}"/>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altLang="en-US" sz="2600" dirty="0"/>
              <a:t>ArcGIS Pro</a:t>
            </a:r>
          </a:p>
        </p:txBody>
      </p:sp>
      <p:pic>
        <p:nvPicPr>
          <p:cNvPr id="7" name="Picture 6">
            <a:extLst>
              <a:ext uri="{FF2B5EF4-FFF2-40B4-BE49-F238E27FC236}">
                <a16:creationId xmlns:a16="http://schemas.microsoft.com/office/drawing/2014/main" id="{A74CF7BE-17E0-CD5D-13FA-7D64105BAD95}"/>
              </a:ext>
            </a:extLst>
          </p:cNvPr>
          <p:cNvPicPr>
            <a:picLocks noChangeAspect="1"/>
          </p:cNvPicPr>
          <p:nvPr/>
        </p:nvPicPr>
        <p:blipFill>
          <a:blip r:embed="rId3"/>
          <a:stretch>
            <a:fillRect/>
          </a:stretch>
        </p:blipFill>
        <p:spPr>
          <a:xfrm>
            <a:off x="76200" y="1827368"/>
            <a:ext cx="3121634" cy="2497307"/>
          </a:xfrm>
          <a:prstGeom prst="rect">
            <a:avLst/>
          </a:prstGeom>
        </p:spPr>
      </p:pic>
      <p:pic>
        <p:nvPicPr>
          <p:cNvPr id="11" name="Picture 10">
            <a:extLst>
              <a:ext uri="{FF2B5EF4-FFF2-40B4-BE49-F238E27FC236}">
                <a16:creationId xmlns:a16="http://schemas.microsoft.com/office/drawing/2014/main" id="{7BEB9B27-56FA-6016-C04C-82BFCD26F48A}"/>
              </a:ext>
            </a:extLst>
          </p:cNvPr>
          <p:cNvPicPr>
            <a:picLocks noChangeAspect="1"/>
          </p:cNvPicPr>
          <p:nvPr/>
        </p:nvPicPr>
        <p:blipFill>
          <a:blip r:embed="rId4"/>
          <a:stretch>
            <a:fillRect/>
          </a:stretch>
        </p:blipFill>
        <p:spPr>
          <a:xfrm>
            <a:off x="3197832" y="945489"/>
            <a:ext cx="5031768" cy="2950650"/>
          </a:xfrm>
          <a:prstGeom prst="rect">
            <a:avLst/>
          </a:prstGeom>
        </p:spPr>
      </p:pic>
    </p:spTree>
    <p:extLst>
      <p:ext uri="{BB962C8B-B14F-4D97-AF65-F5344CB8AC3E}">
        <p14:creationId xmlns:p14="http://schemas.microsoft.com/office/powerpoint/2010/main" val="132945356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216C8C-F42B-6D1D-59C5-807AA1366651}"/>
            </a:ext>
          </a:extLst>
        </p:cNvPr>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9B1B4A3A-14F4-7DC1-B533-AACDBACA819C}"/>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6DA4ACB8-6520-185E-D83C-F84022F6A9D3}"/>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Conference</a:t>
            </a:r>
          </a:p>
        </p:txBody>
      </p:sp>
      <p:sp>
        <p:nvSpPr>
          <p:cNvPr id="2" name="Slide Number Placeholder 1">
            <a:extLst>
              <a:ext uri="{FF2B5EF4-FFF2-40B4-BE49-F238E27FC236}">
                <a16:creationId xmlns:a16="http://schemas.microsoft.com/office/drawing/2014/main" id="{DDB43793-0759-0C46-A2CA-9DB3319BA54C}"/>
              </a:ext>
            </a:extLst>
          </p:cNvPr>
          <p:cNvSpPr>
            <a:spLocks noGrp="1"/>
          </p:cNvSpPr>
          <p:nvPr>
            <p:ph type="sldNum" sz="quarter" idx="12"/>
          </p:nvPr>
        </p:nvSpPr>
        <p:spPr/>
        <p:txBody>
          <a:bodyPr/>
          <a:lstStyle/>
          <a:p>
            <a:fld id="{127DDC20-79C9-9647-820E-6D40A3D210C3}" type="slidenum">
              <a:rPr lang="en-US" smtClean="0"/>
              <a:pPr/>
              <a:t>39</a:t>
            </a:fld>
            <a:endParaRPr lang="en-US"/>
          </a:p>
        </p:txBody>
      </p:sp>
      <p:sp>
        <p:nvSpPr>
          <p:cNvPr id="7" name="Rectangle 1027">
            <a:extLst>
              <a:ext uri="{FF2B5EF4-FFF2-40B4-BE49-F238E27FC236}">
                <a16:creationId xmlns:a16="http://schemas.microsoft.com/office/drawing/2014/main" id="{B10539F2-AC0B-586F-F2A0-DA56A5E9591A}"/>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altLang="en-US" sz="2600" dirty="0">
                <a:hlinkClick r:id="rId3"/>
              </a:rPr>
              <a:t>SWAAG Conference </a:t>
            </a:r>
            <a:endParaRPr lang="en-US" altLang="en-US" sz="2600" dirty="0"/>
          </a:p>
          <a:p>
            <a:pPr lvl="1">
              <a:buFont typeface="Courier New" panose="02070309020205020404" pitchFamily="49" charset="0"/>
              <a:buChar char="o"/>
            </a:pPr>
            <a:r>
              <a:rPr lang="en-US" altLang="en-US" sz="2240" dirty="0"/>
              <a:t>Student Competition</a:t>
            </a:r>
          </a:p>
          <a:p>
            <a:pPr lvl="1">
              <a:buFont typeface="Courier New" panose="02070309020205020404" pitchFamily="49" charset="0"/>
              <a:buChar char="o"/>
            </a:pPr>
            <a:r>
              <a:rPr lang="en-US" altLang="en-US" sz="2240" dirty="0" err="1"/>
              <a:t>Geobowl</a:t>
            </a:r>
            <a:endParaRPr lang="en-US" altLang="en-US" sz="2240" dirty="0"/>
          </a:p>
        </p:txBody>
      </p:sp>
      <p:pic>
        <p:nvPicPr>
          <p:cNvPr id="8" name="Picture 7">
            <a:hlinkClick r:id="rId4"/>
            <a:extLst>
              <a:ext uri="{FF2B5EF4-FFF2-40B4-BE49-F238E27FC236}">
                <a16:creationId xmlns:a16="http://schemas.microsoft.com/office/drawing/2014/main" id="{B8DE05EC-F9FE-F835-83A6-334D5588145A}"/>
              </a:ext>
            </a:extLst>
          </p:cNvPr>
          <p:cNvPicPr>
            <a:picLocks noChangeAspect="1"/>
          </p:cNvPicPr>
          <p:nvPr/>
        </p:nvPicPr>
        <p:blipFill>
          <a:blip r:embed="rId5"/>
          <a:stretch>
            <a:fillRect/>
          </a:stretch>
        </p:blipFill>
        <p:spPr>
          <a:xfrm>
            <a:off x="4941625" y="1422555"/>
            <a:ext cx="2539176" cy="3344708"/>
          </a:xfrm>
          <a:prstGeom prst="rect">
            <a:avLst/>
          </a:prstGeom>
        </p:spPr>
      </p:pic>
    </p:spTree>
    <p:extLst>
      <p:ext uri="{BB962C8B-B14F-4D97-AF65-F5344CB8AC3E}">
        <p14:creationId xmlns:p14="http://schemas.microsoft.com/office/powerpoint/2010/main" val="350161929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78FBD4-BEB0-A762-13C7-7BE5D7F3ED58}"/>
            </a:ext>
          </a:extLst>
        </p:cNvPr>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1D420106-E6A1-E13B-496B-983D9ECAC3A9}"/>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49A76896-E425-1588-3A2A-7B97EB40ABC0}"/>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Conference</a:t>
            </a:r>
          </a:p>
        </p:txBody>
      </p:sp>
      <p:sp>
        <p:nvSpPr>
          <p:cNvPr id="2" name="Slide Number Placeholder 1">
            <a:extLst>
              <a:ext uri="{FF2B5EF4-FFF2-40B4-BE49-F238E27FC236}">
                <a16:creationId xmlns:a16="http://schemas.microsoft.com/office/drawing/2014/main" id="{262A1566-09CB-4EE0-D964-2F890203ACCA}"/>
              </a:ext>
            </a:extLst>
          </p:cNvPr>
          <p:cNvSpPr>
            <a:spLocks noGrp="1"/>
          </p:cNvSpPr>
          <p:nvPr>
            <p:ph type="sldNum" sz="quarter" idx="12"/>
          </p:nvPr>
        </p:nvSpPr>
        <p:spPr/>
        <p:txBody>
          <a:bodyPr/>
          <a:lstStyle/>
          <a:p>
            <a:fld id="{127DDC20-79C9-9647-820E-6D40A3D210C3}" type="slidenum">
              <a:rPr lang="en-US" smtClean="0"/>
              <a:pPr/>
              <a:t>40</a:t>
            </a:fld>
            <a:endParaRPr lang="en-US"/>
          </a:p>
        </p:txBody>
      </p:sp>
      <p:sp>
        <p:nvSpPr>
          <p:cNvPr id="7" name="Rectangle 1027">
            <a:extLst>
              <a:ext uri="{FF2B5EF4-FFF2-40B4-BE49-F238E27FC236}">
                <a16:creationId xmlns:a16="http://schemas.microsoft.com/office/drawing/2014/main" id="{0682DB40-B829-CEC2-B109-F107192AE34E}"/>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altLang="en-US" sz="2600" dirty="0"/>
              <a:t>AAG Conference</a:t>
            </a:r>
          </a:p>
          <a:p>
            <a:pPr lvl="1">
              <a:buFont typeface="Courier New" panose="02070309020205020404" pitchFamily="49" charset="0"/>
              <a:buChar char="o"/>
            </a:pPr>
            <a:r>
              <a:rPr lang="en-US" altLang="en-US" sz="2240" dirty="0">
                <a:hlinkClick r:id="rId3"/>
              </a:rPr>
              <a:t>Awards and grants</a:t>
            </a:r>
            <a:endParaRPr lang="en-US" altLang="en-US" sz="2240" dirty="0"/>
          </a:p>
        </p:txBody>
      </p:sp>
      <p:pic>
        <p:nvPicPr>
          <p:cNvPr id="6" name="Picture 5">
            <a:extLst>
              <a:ext uri="{FF2B5EF4-FFF2-40B4-BE49-F238E27FC236}">
                <a16:creationId xmlns:a16="http://schemas.microsoft.com/office/drawing/2014/main" id="{CDF788BC-8B42-B754-0BB4-FF6163006F4E}"/>
              </a:ext>
            </a:extLst>
          </p:cNvPr>
          <p:cNvPicPr>
            <a:picLocks noChangeAspect="1"/>
          </p:cNvPicPr>
          <p:nvPr/>
        </p:nvPicPr>
        <p:blipFill>
          <a:blip r:embed="rId4"/>
          <a:stretch>
            <a:fillRect/>
          </a:stretch>
        </p:blipFill>
        <p:spPr>
          <a:xfrm>
            <a:off x="2856065" y="1938439"/>
            <a:ext cx="5126400" cy="3040196"/>
          </a:xfrm>
          <a:prstGeom prst="rect">
            <a:avLst/>
          </a:prstGeom>
        </p:spPr>
      </p:pic>
    </p:spTree>
    <p:extLst>
      <p:ext uri="{BB962C8B-B14F-4D97-AF65-F5344CB8AC3E}">
        <p14:creationId xmlns:p14="http://schemas.microsoft.com/office/powerpoint/2010/main" val="428025275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D14B67-F0E0-DECB-2935-6574263FDA26}"/>
            </a:ext>
          </a:extLst>
        </p:cNvPr>
        <p:cNvGrpSpPr/>
        <p:nvPr/>
      </p:nvGrpSpPr>
      <p:grpSpPr>
        <a:xfrm>
          <a:off x="0" y="0"/>
          <a:ext cx="0" cy="0"/>
          <a:chOff x="0" y="0"/>
          <a:chExt cx="0" cy="0"/>
        </a:xfrm>
      </p:grpSpPr>
      <p:cxnSp>
        <p:nvCxnSpPr>
          <p:cNvPr id="6" name="Straight Connector 5">
            <a:extLst>
              <a:ext uri="{FF2B5EF4-FFF2-40B4-BE49-F238E27FC236}">
                <a16:creationId xmlns:a16="http://schemas.microsoft.com/office/drawing/2014/main" id="{5183EE68-AE2E-8154-3E4A-F2B10428CF06}"/>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7" name="Title 1">
            <a:extLst>
              <a:ext uri="{FF2B5EF4-FFF2-40B4-BE49-F238E27FC236}">
                <a16:creationId xmlns:a16="http://schemas.microsoft.com/office/drawing/2014/main" id="{9033E7BF-4CE5-EBEE-FCA9-F1458D3D1E69}"/>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00B050"/>
                </a:solidFill>
              </a:rPr>
              <a:t>Esri Summer Internship</a:t>
            </a:r>
            <a:endParaRPr lang="en-US" sz="2600" i="1" dirty="0">
              <a:solidFill>
                <a:srgbClr val="00B050"/>
              </a:solidFill>
            </a:endParaRPr>
          </a:p>
        </p:txBody>
      </p:sp>
      <p:sp>
        <p:nvSpPr>
          <p:cNvPr id="2" name="Slide Number Placeholder 1">
            <a:extLst>
              <a:ext uri="{FF2B5EF4-FFF2-40B4-BE49-F238E27FC236}">
                <a16:creationId xmlns:a16="http://schemas.microsoft.com/office/drawing/2014/main" id="{EEA1A41E-E6E9-6569-44EE-7B509608E663}"/>
              </a:ext>
            </a:extLst>
          </p:cNvPr>
          <p:cNvSpPr>
            <a:spLocks noGrp="1"/>
          </p:cNvSpPr>
          <p:nvPr>
            <p:ph type="sldNum" sz="quarter" idx="12"/>
          </p:nvPr>
        </p:nvSpPr>
        <p:spPr/>
        <p:txBody>
          <a:bodyPr/>
          <a:lstStyle/>
          <a:p>
            <a:fld id="{127DDC20-79C9-9647-820E-6D40A3D210C3}" type="slidenum">
              <a:rPr lang="en-US" smtClean="0"/>
              <a:pPr/>
              <a:t>41</a:t>
            </a:fld>
            <a:endParaRPr lang="en-US"/>
          </a:p>
        </p:txBody>
      </p:sp>
      <p:pic>
        <p:nvPicPr>
          <p:cNvPr id="5" name="Picture 4">
            <a:hlinkClick r:id="rId3"/>
            <a:extLst>
              <a:ext uri="{FF2B5EF4-FFF2-40B4-BE49-F238E27FC236}">
                <a16:creationId xmlns:a16="http://schemas.microsoft.com/office/drawing/2014/main" id="{3D8F6E4A-B4E3-5CED-7D13-1293D5BBDCF1}"/>
              </a:ext>
            </a:extLst>
          </p:cNvPr>
          <p:cNvPicPr>
            <a:picLocks noChangeAspect="1"/>
          </p:cNvPicPr>
          <p:nvPr/>
        </p:nvPicPr>
        <p:blipFill>
          <a:blip r:embed="rId4"/>
          <a:stretch>
            <a:fillRect/>
          </a:stretch>
        </p:blipFill>
        <p:spPr>
          <a:xfrm>
            <a:off x="993529" y="1155909"/>
            <a:ext cx="6294671" cy="3196277"/>
          </a:xfrm>
          <a:prstGeom prst="rect">
            <a:avLst/>
          </a:prstGeom>
        </p:spPr>
      </p:pic>
    </p:spTree>
    <p:extLst>
      <p:ext uri="{BB962C8B-B14F-4D97-AF65-F5344CB8AC3E}">
        <p14:creationId xmlns:p14="http://schemas.microsoft.com/office/powerpoint/2010/main" val="8372674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155C10-E23B-F8BD-BB30-412C957A325D}"/>
              </a:ext>
            </a:extLst>
          </p:cNvPr>
          <p:cNvSpPr>
            <a:spLocks noGrp="1"/>
          </p:cNvSpPr>
          <p:nvPr>
            <p:ph type="title"/>
          </p:nvPr>
        </p:nvSpPr>
        <p:spPr>
          <a:xfrm>
            <a:off x="411798" y="148874"/>
            <a:ext cx="7406640" cy="857250"/>
          </a:xfrm>
        </p:spPr>
        <p:txBody>
          <a:bodyPr>
            <a:normAutofit fontScale="90000"/>
          </a:bodyPr>
          <a:lstStyle/>
          <a:p>
            <a:r>
              <a:rPr lang="en-US" dirty="0"/>
              <a:t>2026 ArcGIS </a:t>
            </a:r>
            <a:r>
              <a:rPr lang="en-US" dirty="0" err="1"/>
              <a:t>StoryMaps</a:t>
            </a:r>
            <a:r>
              <a:rPr lang="en-US" dirty="0"/>
              <a:t> </a:t>
            </a:r>
            <a:r>
              <a:rPr lang="en-US" dirty="0" err="1"/>
              <a:t>Competiton</a:t>
            </a:r>
            <a:endParaRPr lang="en-US" dirty="0"/>
          </a:p>
        </p:txBody>
      </p:sp>
      <p:pic>
        <p:nvPicPr>
          <p:cNvPr id="6" name="Content Placeholder 5">
            <a:hlinkClick r:id="rId2"/>
            <a:extLst>
              <a:ext uri="{FF2B5EF4-FFF2-40B4-BE49-F238E27FC236}">
                <a16:creationId xmlns:a16="http://schemas.microsoft.com/office/drawing/2014/main" id="{8A4AE878-1D59-CB58-F923-C967D8971210}"/>
              </a:ext>
            </a:extLst>
          </p:cNvPr>
          <p:cNvPicPr>
            <a:picLocks noGrp="1" noChangeAspect="1"/>
          </p:cNvPicPr>
          <p:nvPr>
            <p:ph idx="1"/>
          </p:nvPr>
        </p:nvPicPr>
        <p:blipFill>
          <a:blip r:embed="rId3"/>
          <a:stretch>
            <a:fillRect/>
          </a:stretch>
        </p:blipFill>
        <p:spPr>
          <a:xfrm>
            <a:off x="411798" y="1417206"/>
            <a:ext cx="7407275" cy="2672579"/>
          </a:xfrm>
          <a:prstGeom prst="rect">
            <a:avLst/>
          </a:prstGeom>
        </p:spPr>
      </p:pic>
      <p:sp>
        <p:nvSpPr>
          <p:cNvPr id="4" name="Slide Number Placeholder 3">
            <a:extLst>
              <a:ext uri="{FF2B5EF4-FFF2-40B4-BE49-F238E27FC236}">
                <a16:creationId xmlns:a16="http://schemas.microsoft.com/office/drawing/2014/main" id="{FBDFFF28-DDF5-B763-24AA-98E1B70E5984}"/>
              </a:ext>
            </a:extLst>
          </p:cNvPr>
          <p:cNvSpPr>
            <a:spLocks noGrp="1"/>
          </p:cNvSpPr>
          <p:nvPr>
            <p:ph type="sldNum" sz="quarter" idx="12"/>
          </p:nvPr>
        </p:nvSpPr>
        <p:spPr/>
        <p:txBody>
          <a:bodyPr/>
          <a:lstStyle/>
          <a:p>
            <a:fld id="{127DDC20-79C9-9647-820E-6D40A3D210C3}" type="slidenum">
              <a:rPr lang="en-US" smtClean="0"/>
              <a:pPr/>
              <a:t>42</a:t>
            </a:fld>
            <a:endParaRPr lang="en-US"/>
          </a:p>
        </p:txBody>
      </p:sp>
    </p:spTree>
    <p:extLst>
      <p:ext uri="{BB962C8B-B14F-4D97-AF65-F5344CB8AC3E}">
        <p14:creationId xmlns:p14="http://schemas.microsoft.com/office/powerpoint/2010/main" val="80898091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2471305" y="1325254"/>
            <a:ext cx="3286989" cy="830997"/>
          </a:xfrm>
          <a:prstGeom prst="rect">
            <a:avLst/>
          </a:prstGeom>
          <a:noFill/>
        </p:spPr>
        <p:txBody>
          <a:bodyPr wrap="none" lIns="82296" tIns="41148" rIns="82296" bIns="41148">
            <a:spAutoFit/>
          </a:bodyPr>
          <a:lstStyle/>
          <a:p>
            <a:pPr algn="ctr"/>
            <a:r>
              <a:rPr lang="en-US" sz="4860" b="1" spc="180" dirty="0">
                <a:ln w="29210">
                  <a:solidFill>
                    <a:schemeClr val="accent3">
                      <a:tint val="10000"/>
                    </a:schemeClr>
                  </a:solidFill>
                </a:ln>
                <a:solidFill>
                  <a:srgbClr val="008000">
                    <a:alpha val="50000"/>
                  </a:srgbClr>
                </a:solidFill>
                <a:effectLst>
                  <a:innerShdw blurRad="50800" dist="50800" dir="8100000">
                    <a:srgbClr val="7D7D7D">
                      <a:alpha val="73000"/>
                    </a:srgbClr>
                  </a:innerShdw>
                </a:effectLst>
              </a:rPr>
              <a:t>Thank you!</a:t>
            </a:r>
          </a:p>
        </p:txBody>
      </p:sp>
      <p:sp>
        <p:nvSpPr>
          <p:cNvPr id="3" name="Slide Number Placeholder 2">
            <a:extLst>
              <a:ext uri="{FF2B5EF4-FFF2-40B4-BE49-F238E27FC236}">
                <a16:creationId xmlns:a16="http://schemas.microsoft.com/office/drawing/2014/main" id="{863C9EAE-E5B7-4784-94CD-D062E17813E3}"/>
              </a:ext>
            </a:extLst>
          </p:cNvPr>
          <p:cNvSpPr>
            <a:spLocks noGrp="1"/>
          </p:cNvSpPr>
          <p:nvPr>
            <p:ph type="sldNum" sz="quarter" idx="12"/>
          </p:nvPr>
        </p:nvSpPr>
        <p:spPr/>
        <p:txBody>
          <a:bodyPr/>
          <a:lstStyle/>
          <a:p>
            <a:fld id="{127DDC20-79C9-9647-820E-6D40A3D210C3}" type="slidenum">
              <a:rPr lang="en-US" smtClean="0"/>
              <a:pPr/>
              <a:t>43</a:t>
            </a:fld>
            <a:endParaRPr lang="en-US"/>
          </a:p>
        </p:txBody>
      </p:sp>
      <p:pic>
        <p:nvPicPr>
          <p:cNvPr id="6" name="Picture 5">
            <a:extLst>
              <a:ext uri="{FF2B5EF4-FFF2-40B4-BE49-F238E27FC236}">
                <a16:creationId xmlns:a16="http://schemas.microsoft.com/office/drawing/2014/main" id="{32DE135F-68C6-4911-85BA-92ABB3F9F85C}"/>
              </a:ext>
            </a:extLst>
          </p:cNvPr>
          <p:cNvPicPr/>
          <p:nvPr/>
        </p:nvPicPr>
        <p:blipFill>
          <a:blip r:embed="rId3"/>
          <a:stretch>
            <a:fillRect/>
          </a:stretch>
        </p:blipFill>
        <p:spPr>
          <a:xfrm>
            <a:off x="152400" y="4275667"/>
            <a:ext cx="5915025" cy="758190"/>
          </a:xfrm>
          <a:prstGeom prst="rect">
            <a:avLst/>
          </a:prstGeom>
        </p:spPr>
      </p:pic>
      <p:cxnSp>
        <p:nvCxnSpPr>
          <p:cNvPr id="7" name="Straight Connector 6">
            <a:extLst>
              <a:ext uri="{FF2B5EF4-FFF2-40B4-BE49-F238E27FC236}">
                <a16:creationId xmlns:a16="http://schemas.microsoft.com/office/drawing/2014/main" id="{5ADF13BC-3A5F-4415-94E6-85FAF42998C9}"/>
              </a:ext>
            </a:extLst>
          </p:cNvPr>
          <p:cNvCxnSpPr/>
          <p:nvPr/>
        </p:nvCxnSpPr>
        <p:spPr>
          <a:xfrm>
            <a:off x="152400" y="4182575"/>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63522301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5763</TotalTime>
  <Words>1733</Words>
  <Application>Microsoft Office PowerPoint</Application>
  <PresentationFormat>Custom</PresentationFormat>
  <Paragraphs>308</Paragraphs>
  <Slides>43</Slides>
  <Notes>39</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43</vt:i4>
      </vt:variant>
    </vt:vector>
  </HeadingPairs>
  <TitlesOfParts>
    <vt:vector size="51" baseType="lpstr">
      <vt:lpstr>Arila</vt:lpstr>
      <vt:lpstr>ＭＳ Ｐゴシック</vt:lpstr>
      <vt:lpstr>Arial</vt:lpstr>
      <vt:lpstr>Calibri</vt:lpstr>
      <vt:lpstr>Courier New</vt:lpstr>
      <vt:lpstr>Times New Roman</vt:lpstr>
      <vt:lpstr>Wingdings</vt:lpstr>
      <vt:lpstr>Office Theme</vt:lpstr>
      <vt:lpstr>GEOG 3319: Geographic Field Techniques</vt:lpstr>
      <vt:lpstr>PowerPoint Presentation</vt:lpstr>
      <vt:lpstr>PowerPoint Presentation</vt:lpstr>
      <vt:lpstr>Past Teaching Experience</vt:lpstr>
      <vt:lpstr>Past Teaching Experience</vt:lpstr>
      <vt:lpstr>Teaching in UCA</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2026 ArcGIS StoryMaps Competiton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Geographic Information Science Introduction</dc:title>
  <dc:creator>Yaqian He</dc:creator>
  <cp:lastModifiedBy>Wu, Yanan</cp:lastModifiedBy>
  <cp:revision>317</cp:revision>
  <cp:lastPrinted>2020-03-26T12:59:04Z</cp:lastPrinted>
  <dcterms:created xsi:type="dcterms:W3CDTF">2020-03-24T14:51:54Z</dcterms:created>
  <dcterms:modified xsi:type="dcterms:W3CDTF">2026-08-24T18:08:31Z</dcterms:modified>
</cp:coreProperties>
</file>