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2" r:id="rId2"/>
    <p:sldMasterId id="2147483708" r:id="rId3"/>
    <p:sldMasterId id="2147483734" r:id="rId4"/>
    <p:sldMasterId id="2147483746" r:id="rId5"/>
    <p:sldMasterId id="2147483758" r:id="rId6"/>
  </p:sldMasterIdLst>
  <p:notesMasterIdLst>
    <p:notesMasterId r:id="rId22"/>
  </p:notesMasterIdLst>
  <p:sldIdLst>
    <p:sldId id="914" r:id="rId7"/>
    <p:sldId id="1647" r:id="rId8"/>
    <p:sldId id="1651" r:id="rId9"/>
    <p:sldId id="1652" r:id="rId10"/>
    <p:sldId id="1654" r:id="rId11"/>
    <p:sldId id="1650" r:id="rId12"/>
    <p:sldId id="1653" r:id="rId13"/>
    <p:sldId id="1656" r:id="rId14"/>
    <p:sldId id="1657" r:id="rId15"/>
    <p:sldId id="1659" r:id="rId16"/>
    <p:sldId id="1649" r:id="rId17"/>
    <p:sldId id="1655" r:id="rId18"/>
    <p:sldId id="1648" r:id="rId19"/>
    <p:sldId id="1658" r:id="rId20"/>
    <p:sldId id="270" r:id="rId21"/>
  </p:sldIdLst>
  <p:sldSz cx="8229600" cy="51435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5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01" autoAdjust="0"/>
  </p:normalViewPr>
  <p:slideViewPr>
    <p:cSldViewPr snapToGrid="0" snapToObjects="1">
      <p:cViewPr varScale="1">
        <p:scale>
          <a:sx n="139" d="100"/>
          <a:sy n="139" d="100"/>
        </p:scale>
        <p:origin x="1206" y="126"/>
      </p:cViewPr>
      <p:guideLst>
        <p:guide orient="horz" pos="1620"/>
        <p:guide pos="25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E318B1-B1C2-4678-B895-80EF1DBC1332}" type="doc">
      <dgm:prSet loTypeId="urn:microsoft.com/office/officeart/2005/8/layout/hProcess10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BAA3343-BBEF-417E-939D-BE3A31399019}">
      <dgm:prSet phldrT="[Text]" phldr="0"/>
      <dgm:spPr/>
      <dgm:t>
        <a:bodyPr/>
        <a:lstStyle/>
        <a:p>
          <a:r>
            <a:rPr lang="en-US" altLang="zh-CN" dirty="0"/>
            <a:t>Get Data</a:t>
          </a:r>
          <a:endParaRPr lang="zh-CN" altLang="en-US" dirty="0"/>
        </a:p>
      </dgm:t>
    </dgm:pt>
    <dgm:pt modelId="{9869B9D7-8B4A-4146-98C5-A00D66F78775}" type="parTrans" cxnId="{515F991D-8E21-40F2-BA28-4B57DDCCE7EE}">
      <dgm:prSet/>
      <dgm:spPr/>
      <dgm:t>
        <a:bodyPr/>
        <a:lstStyle/>
        <a:p>
          <a:endParaRPr lang="zh-CN" altLang="en-US"/>
        </a:p>
      </dgm:t>
    </dgm:pt>
    <dgm:pt modelId="{FFDB15C4-B0FD-4FFE-B7AE-5585780EAD01}" type="sibTrans" cxnId="{515F991D-8E21-40F2-BA28-4B57DDCCE7EE}">
      <dgm:prSet/>
      <dgm:spPr/>
      <dgm:t>
        <a:bodyPr/>
        <a:lstStyle/>
        <a:p>
          <a:endParaRPr lang="zh-CN" altLang="en-US"/>
        </a:p>
      </dgm:t>
    </dgm:pt>
    <dgm:pt modelId="{980EC601-54DB-411F-9C71-14FA361992CE}">
      <dgm:prSet phldrT="[Text]" phldr="0"/>
      <dgm:spPr/>
      <dgm:t>
        <a:bodyPr/>
        <a:lstStyle/>
        <a:p>
          <a:r>
            <a:rPr lang="en-US" altLang="zh-CN" dirty="0"/>
            <a:t>Dalals GIS Data Portal</a:t>
          </a:r>
          <a:endParaRPr lang="zh-CN" altLang="en-US" dirty="0"/>
        </a:p>
      </dgm:t>
    </dgm:pt>
    <dgm:pt modelId="{0E7730CB-50FF-47DF-973F-DB6B5A39DCEE}" type="parTrans" cxnId="{3317883C-2795-4D19-9A74-10B01B1E3201}">
      <dgm:prSet/>
      <dgm:spPr/>
      <dgm:t>
        <a:bodyPr/>
        <a:lstStyle/>
        <a:p>
          <a:endParaRPr lang="zh-CN" altLang="en-US"/>
        </a:p>
      </dgm:t>
    </dgm:pt>
    <dgm:pt modelId="{3C5BB689-45E6-40F3-A887-7DFC8AE111C9}" type="sibTrans" cxnId="{3317883C-2795-4D19-9A74-10B01B1E3201}">
      <dgm:prSet/>
      <dgm:spPr/>
      <dgm:t>
        <a:bodyPr/>
        <a:lstStyle/>
        <a:p>
          <a:endParaRPr lang="zh-CN" altLang="en-US"/>
        </a:p>
      </dgm:t>
    </dgm:pt>
    <dgm:pt modelId="{037008B1-33C6-4E6D-A4CF-CEA31F347764}">
      <dgm:prSet phldrT="[Text]" phldr="0"/>
      <dgm:spPr/>
      <dgm:t>
        <a:bodyPr/>
        <a:lstStyle/>
        <a:p>
          <a:r>
            <a:rPr lang="en-US" altLang="zh-CN" dirty="0"/>
            <a:t>Data Cleaning</a:t>
          </a:r>
          <a:endParaRPr lang="zh-CN" altLang="en-US" dirty="0"/>
        </a:p>
      </dgm:t>
    </dgm:pt>
    <dgm:pt modelId="{78B43204-5739-4131-80D6-599991F3810E}" type="parTrans" cxnId="{801735E9-93A6-4042-A0F3-B5F854CAD71E}">
      <dgm:prSet/>
      <dgm:spPr/>
      <dgm:t>
        <a:bodyPr/>
        <a:lstStyle/>
        <a:p>
          <a:endParaRPr lang="zh-CN" altLang="en-US"/>
        </a:p>
      </dgm:t>
    </dgm:pt>
    <dgm:pt modelId="{F6386F74-C0F1-4BBB-AE6F-673AA5FDBEEE}" type="sibTrans" cxnId="{801735E9-93A6-4042-A0F3-B5F854CAD71E}">
      <dgm:prSet/>
      <dgm:spPr/>
      <dgm:t>
        <a:bodyPr/>
        <a:lstStyle/>
        <a:p>
          <a:endParaRPr lang="zh-CN" altLang="en-US"/>
        </a:p>
      </dgm:t>
    </dgm:pt>
    <dgm:pt modelId="{20EFE9FD-DD95-42FB-9750-8F43932ED027}">
      <dgm:prSet phldrT="[Text]" phldr="0"/>
      <dgm:spPr/>
      <dgm:t>
        <a:bodyPr/>
        <a:lstStyle/>
        <a:p>
          <a:r>
            <a:rPr lang="en-US" altLang="zh-CN" dirty="0"/>
            <a:t>Inspection</a:t>
          </a:r>
          <a:endParaRPr lang="zh-CN" altLang="en-US" dirty="0"/>
        </a:p>
      </dgm:t>
    </dgm:pt>
    <dgm:pt modelId="{CF5FDB13-923B-4053-84CC-F260C934A7AB}" type="parTrans" cxnId="{0FD4BEDE-CAD8-4E18-B47F-4234B16D8535}">
      <dgm:prSet/>
      <dgm:spPr/>
      <dgm:t>
        <a:bodyPr/>
        <a:lstStyle/>
        <a:p>
          <a:endParaRPr lang="zh-CN" altLang="en-US"/>
        </a:p>
      </dgm:t>
    </dgm:pt>
    <dgm:pt modelId="{24267706-31A9-40C0-B195-7C41975C4AE5}" type="sibTrans" cxnId="{0FD4BEDE-CAD8-4E18-B47F-4234B16D8535}">
      <dgm:prSet/>
      <dgm:spPr/>
      <dgm:t>
        <a:bodyPr/>
        <a:lstStyle/>
        <a:p>
          <a:endParaRPr lang="zh-CN" altLang="en-US"/>
        </a:p>
      </dgm:t>
    </dgm:pt>
    <dgm:pt modelId="{6EF386AE-96C3-42C4-B59A-08BE6B54A502}">
      <dgm:prSet phldrT="[Text]" phldr="0"/>
      <dgm:spPr/>
      <dgm:t>
        <a:bodyPr/>
        <a:lstStyle/>
        <a:p>
          <a:r>
            <a:rPr lang="en-US" altLang="zh-CN" dirty="0"/>
            <a:t>Delete</a:t>
          </a:r>
          <a:endParaRPr lang="zh-CN" altLang="en-US" dirty="0"/>
        </a:p>
      </dgm:t>
    </dgm:pt>
    <dgm:pt modelId="{1680BC24-E233-411E-BB37-0D1A394C8A96}" type="parTrans" cxnId="{B7E1E715-90D8-433D-AE94-3B5E0FA44A0B}">
      <dgm:prSet/>
      <dgm:spPr/>
      <dgm:t>
        <a:bodyPr/>
        <a:lstStyle/>
        <a:p>
          <a:endParaRPr lang="zh-CN" altLang="en-US"/>
        </a:p>
      </dgm:t>
    </dgm:pt>
    <dgm:pt modelId="{DC79A716-6E10-4AD6-ACB2-10604A6A240F}" type="sibTrans" cxnId="{B7E1E715-90D8-433D-AE94-3B5E0FA44A0B}">
      <dgm:prSet/>
      <dgm:spPr/>
      <dgm:t>
        <a:bodyPr/>
        <a:lstStyle/>
        <a:p>
          <a:endParaRPr lang="zh-CN" altLang="en-US"/>
        </a:p>
      </dgm:t>
    </dgm:pt>
    <dgm:pt modelId="{8056D1C1-66CC-41D0-97E6-3380436215FE}">
      <dgm:prSet phldrT="[Text]" phldr="0"/>
      <dgm:spPr/>
      <dgm:t>
        <a:bodyPr/>
        <a:lstStyle/>
        <a:p>
          <a:r>
            <a:rPr lang="en-US" altLang="zh-CN" dirty="0"/>
            <a:t>Publish</a:t>
          </a:r>
          <a:endParaRPr lang="zh-CN" altLang="en-US" dirty="0"/>
        </a:p>
      </dgm:t>
    </dgm:pt>
    <dgm:pt modelId="{82631EA7-F5E5-431C-BADA-2326F71F15C4}" type="parTrans" cxnId="{6C6115A7-66CF-43BB-B8CC-7B77B032D10E}">
      <dgm:prSet/>
      <dgm:spPr/>
      <dgm:t>
        <a:bodyPr/>
        <a:lstStyle/>
        <a:p>
          <a:endParaRPr lang="zh-CN" altLang="en-US"/>
        </a:p>
      </dgm:t>
    </dgm:pt>
    <dgm:pt modelId="{4568B0E0-3E3C-415F-ADDC-966220FC2687}" type="sibTrans" cxnId="{6C6115A7-66CF-43BB-B8CC-7B77B032D10E}">
      <dgm:prSet/>
      <dgm:spPr/>
      <dgm:t>
        <a:bodyPr/>
        <a:lstStyle/>
        <a:p>
          <a:endParaRPr lang="zh-CN" altLang="en-US"/>
        </a:p>
      </dgm:t>
    </dgm:pt>
    <dgm:pt modelId="{2D4E37E5-371A-47C6-A7D7-BE51C07B15C7}">
      <dgm:prSet phldrT="[Text]" phldr="0"/>
      <dgm:spPr/>
      <dgm:t>
        <a:bodyPr/>
        <a:lstStyle/>
        <a:p>
          <a:r>
            <a:rPr lang="en-US" altLang="zh-CN" dirty="0"/>
            <a:t>Publish data to ArcGIS Online</a:t>
          </a:r>
          <a:endParaRPr lang="zh-CN" altLang="en-US" dirty="0"/>
        </a:p>
      </dgm:t>
    </dgm:pt>
    <dgm:pt modelId="{1F3DA487-E265-4809-86EE-AD8385846849}" type="parTrans" cxnId="{961652CB-682F-4A8F-A01D-8355CACC0085}">
      <dgm:prSet/>
      <dgm:spPr/>
      <dgm:t>
        <a:bodyPr/>
        <a:lstStyle/>
        <a:p>
          <a:endParaRPr lang="zh-CN" altLang="en-US"/>
        </a:p>
      </dgm:t>
    </dgm:pt>
    <dgm:pt modelId="{1112B0D9-4796-4D4E-B457-58522DD18929}" type="sibTrans" cxnId="{961652CB-682F-4A8F-A01D-8355CACC0085}">
      <dgm:prSet/>
      <dgm:spPr/>
      <dgm:t>
        <a:bodyPr/>
        <a:lstStyle/>
        <a:p>
          <a:endParaRPr lang="zh-CN" altLang="en-US"/>
        </a:p>
      </dgm:t>
    </dgm:pt>
    <dgm:pt modelId="{35C7FBEB-7DE0-4D31-A2AA-877564EA3700}">
      <dgm:prSet phldrT="[Text]" phldr="0"/>
      <dgm:spPr/>
      <dgm:t>
        <a:bodyPr/>
        <a:lstStyle/>
        <a:p>
          <a:r>
            <a:rPr lang="en-US" altLang="zh-CN" dirty="0"/>
            <a:t>Manipulate</a:t>
          </a:r>
          <a:endParaRPr lang="zh-CN" altLang="en-US" dirty="0"/>
        </a:p>
      </dgm:t>
    </dgm:pt>
    <dgm:pt modelId="{37DFD7A0-AD4F-4743-9840-8A0401BAD993}" type="parTrans" cxnId="{EA8924AF-137D-48EE-AFAC-91C9DA0B2D78}">
      <dgm:prSet/>
      <dgm:spPr/>
      <dgm:t>
        <a:bodyPr/>
        <a:lstStyle/>
        <a:p>
          <a:endParaRPr lang="zh-CN" altLang="en-US"/>
        </a:p>
      </dgm:t>
    </dgm:pt>
    <dgm:pt modelId="{77FB55BF-2889-4EC4-9909-8ED389C5BDF7}" type="sibTrans" cxnId="{EA8924AF-137D-48EE-AFAC-91C9DA0B2D78}">
      <dgm:prSet/>
      <dgm:spPr/>
      <dgm:t>
        <a:bodyPr/>
        <a:lstStyle/>
        <a:p>
          <a:endParaRPr lang="zh-CN" altLang="en-US"/>
        </a:p>
      </dgm:t>
    </dgm:pt>
    <dgm:pt modelId="{0E892AF2-3C50-4FA7-9BDC-BD7C6703F455}">
      <dgm:prSet phldrT="[Text]" phldr="0"/>
      <dgm:spPr/>
      <dgm:t>
        <a:bodyPr/>
        <a:lstStyle/>
        <a:p>
          <a:r>
            <a:rPr lang="en-US" altLang="zh-CN" dirty="0"/>
            <a:t>Compose</a:t>
          </a:r>
          <a:endParaRPr lang="zh-CN" altLang="en-US" dirty="0"/>
        </a:p>
      </dgm:t>
    </dgm:pt>
    <dgm:pt modelId="{89704303-F7D9-456C-B022-1C8C85011AA5}" type="parTrans" cxnId="{8AFA9066-0615-4902-B65D-5AF722DE6ADD}">
      <dgm:prSet/>
      <dgm:spPr/>
      <dgm:t>
        <a:bodyPr/>
        <a:lstStyle/>
        <a:p>
          <a:endParaRPr lang="zh-CN" altLang="en-US"/>
        </a:p>
      </dgm:t>
    </dgm:pt>
    <dgm:pt modelId="{29F6B855-CD0B-4771-9F78-1BF37E339978}" type="sibTrans" cxnId="{8AFA9066-0615-4902-B65D-5AF722DE6ADD}">
      <dgm:prSet/>
      <dgm:spPr/>
      <dgm:t>
        <a:bodyPr/>
        <a:lstStyle/>
        <a:p>
          <a:endParaRPr lang="zh-CN" altLang="en-US"/>
        </a:p>
      </dgm:t>
    </dgm:pt>
    <dgm:pt modelId="{5FD07484-73F0-450B-95DB-F24AE8EED0F8}">
      <dgm:prSet phldrT="[Text]" phldr="0"/>
      <dgm:spPr/>
      <dgm:t>
        <a:bodyPr/>
        <a:lstStyle/>
        <a:p>
          <a:r>
            <a:rPr lang="en-US" altLang="zh-CN" dirty="0"/>
            <a:t>Integrate Data to Dashboard</a:t>
          </a:r>
          <a:endParaRPr lang="zh-CN" altLang="en-US" dirty="0"/>
        </a:p>
      </dgm:t>
    </dgm:pt>
    <dgm:pt modelId="{90569CEA-5FF3-40D7-ABAE-C5CF1778AFE2}" type="parTrans" cxnId="{2C624E8F-8000-4E92-8356-A8815B991A63}">
      <dgm:prSet/>
      <dgm:spPr/>
      <dgm:t>
        <a:bodyPr/>
        <a:lstStyle/>
        <a:p>
          <a:endParaRPr lang="zh-CN" altLang="en-US"/>
        </a:p>
      </dgm:t>
    </dgm:pt>
    <dgm:pt modelId="{92B00708-2CA3-48EC-9DF8-B50B0DBC6031}" type="sibTrans" cxnId="{2C624E8F-8000-4E92-8356-A8815B991A63}">
      <dgm:prSet/>
      <dgm:spPr/>
      <dgm:t>
        <a:bodyPr/>
        <a:lstStyle/>
        <a:p>
          <a:endParaRPr lang="zh-CN" altLang="en-US"/>
        </a:p>
      </dgm:t>
    </dgm:pt>
    <dgm:pt modelId="{E8046D18-87EB-4E86-8ED4-F83BEEB099BF}">
      <dgm:prSet phldrT="[Text]" phldr="0"/>
      <dgm:spPr/>
      <dgm:t>
        <a:bodyPr/>
        <a:lstStyle/>
        <a:p>
          <a:r>
            <a:rPr lang="en-US" altLang="zh-CN" dirty="0"/>
            <a:t>Share</a:t>
          </a:r>
          <a:endParaRPr lang="zh-CN" altLang="en-US" dirty="0"/>
        </a:p>
      </dgm:t>
    </dgm:pt>
    <dgm:pt modelId="{C04CE232-6E2D-45DE-82BE-8A779AD2E6EE}" type="parTrans" cxnId="{8887E78D-ABE3-45E8-8AC1-8CC0850E1BB9}">
      <dgm:prSet/>
      <dgm:spPr/>
      <dgm:t>
        <a:bodyPr/>
        <a:lstStyle/>
        <a:p>
          <a:endParaRPr lang="zh-CN" altLang="en-US"/>
        </a:p>
      </dgm:t>
    </dgm:pt>
    <dgm:pt modelId="{925D9160-6162-4CD0-8462-83E4DB0B88FC}" type="sibTrans" cxnId="{8887E78D-ABE3-45E8-8AC1-8CC0850E1BB9}">
      <dgm:prSet/>
      <dgm:spPr/>
      <dgm:t>
        <a:bodyPr/>
        <a:lstStyle/>
        <a:p>
          <a:endParaRPr lang="zh-CN" altLang="en-US"/>
        </a:p>
      </dgm:t>
    </dgm:pt>
    <dgm:pt modelId="{03BF7335-1C25-452F-90B3-F946C8761C5D}">
      <dgm:prSet phldrT="[Text]" phldr="0"/>
      <dgm:spPr/>
      <dgm:t>
        <a:bodyPr/>
        <a:lstStyle/>
        <a:p>
          <a:r>
            <a:rPr lang="en-US" altLang="zh-CN" dirty="0"/>
            <a:t>Share with Public</a:t>
          </a:r>
          <a:endParaRPr lang="zh-CN" altLang="en-US" dirty="0"/>
        </a:p>
      </dgm:t>
    </dgm:pt>
    <dgm:pt modelId="{B940451B-2861-432B-A375-1C694D6B3EE6}" type="parTrans" cxnId="{4C2DA576-CE9A-42E0-8C9A-FB490508AFDE}">
      <dgm:prSet/>
      <dgm:spPr/>
      <dgm:t>
        <a:bodyPr/>
        <a:lstStyle/>
        <a:p>
          <a:endParaRPr lang="zh-CN" altLang="en-US"/>
        </a:p>
      </dgm:t>
    </dgm:pt>
    <dgm:pt modelId="{51DE1542-D4A1-41B9-AFB4-639263A93044}" type="sibTrans" cxnId="{4C2DA576-CE9A-42E0-8C9A-FB490508AFDE}">
      <dgm:prSet/>
      <dgm:spPr/>
      <dgm:t>
        <a:bodyPr/>
        <a:lstStyle/>
        <a:p>
          <a:endParaRPr lang="zh-CN" altLang="en-US"/>
        </a:p>
      </dgm:t>
    </dgm:pt>
    <dgm:pt modelId="{8BC09439-928A-48BF-98EB-8B3273C6BD30}" type="pres">
      <dgm:prSet presAssocID="{8BE318B1-B1C2-4678-B895-80EF1DBC1332}" presName="Name0" presStyleCnt="0">
        <dgm:presLayoutVars>
          <dgm:dir/>
          <dgm:resizeHandles val="exact"/>
        </dgm:presLayoutVars>
      </dgm:prSet>
      <dgm:spPr/>
    </dgm:pt>
    <dgm:pt modelId="{E4D01AFB-DFBD-4FF5-8885-B01CFFBA9594}" type="pres">
      <dgm:prSet presAssocID="{6BAA3343-BBEF-417E-939D-BE3A31399019}" presName="composite" presStyleCnt="0"/>
      <dgm:spPr/>
    </dgm:pt>
    <dgm:pt modelId="{4A9E9839-2569-4861-9613-8D64CAE0F396}" type="pres">
      <dgm:prSet presAssocID="{6BAA3343-BBEF-417E-939D-BE3A31399019}" presName="imagSh" presStyleLbl="bgImgPlace1" presStyleIdx="0" presStyleCnt="5"/>
      <dgm:spPr>
        <a:blipFill rotWithShape="1">
          <a:blip xmlns:r="http://schemas.openxmlformats.org/officeDocument/2006/relationships" r:embed="rId1"/>
          <a:srcRect/>
          <a:stretch>
            <a:fillRect l="-38000" r="-38000"/>
          </a:stretch>
        </a:blipFill>
      </dgm:spPr>
    </dgm:pt>
    <dgm:pt modelId="{6EB0F8C0-91A5-4CD6-9AB1-E9514820C1BE}" type="pres">
      <dgm:prSet presAssocID="{6BAA3343-BBEF-417E-939D-BE3A31399019}" presName="txNode" presStyleLbl="node1" presStyleIdx="0" presStyleCnt="5">
        <dgm:presLayoutVars>
          <dgm:bulletEnabled val="1"/>
        </dgm:presLayoutVars>
      </dgm:prSet>
      <dgm:spPr/>
    </dgm:pt>
    <dgm:pt modelId="{BB7D7150-CEF9-40E2-BA63-C4D76A4CDC2B}" type="pres">
      <dgm:prSet presAssocID="{FFDB15C4-B0FD-4FFE-B7AE-5585780EAD01}" presName="sibTrans" presStyleLbl="sibTrans2D1" presStyleIdx="0" presStyleCnt="4"/>
      <dgm:spPr/>
    </dgm:pt>
    <dgm:pt modelId="{B080055E-39C9-4404-97B7-7C7B5CDBF87E}" type="pres">
      <dgm:prSet presAssocID="{FFDB15C4-B0FD-4FFE-B7AE-5585780EAD01}" presName="connTx" presStyleLbl="sibTrans2D1" presStyleIdx="0" presStyleCnt="4"/>
      <dgm:spPr/>
    </dgm:pt>
    <dgm:pt modelId="{A2D6FC69-C0FA-4495-A42B-5D93E785392A}" type="pres">
      <dgm:prSet presAssocID="{037008B1-33C6-4E6D-A4CF-CEA31F347764}" presName="composite" presStyleCnt="0"/>
      <dgm:spPr/>
    </dgm:pt>
    <dgm:pt modelId="{F33F2BAC-B830-4742-BADA-A33AEBBAD005}" type="pres">
      <dgm:prSet presAssocID="{037008B1-33C6-4E6D-A4CF-CEA31F347764}" presName="imagSh" presStyleLbl="bgImgPlace1" presStyleIdx="1" presStyleCnt="5"/>
      <dgm:spPr>
        <a:blipFill rotWithShape="1">
          <a:blip xmlns:r="http://schemas.openxmlformats.org/officeDocument/2006/relationships" r:embed="rId2"/>
          <a:srcRect/>
          <a:stretch>
            <a:fillRect l="-11000" r="-11000"/>
          </a:stretch>
        </a:blipFill>
      </dgm:spPr>
    </dgm:pt>
    <dgm:pt modelId="{FC3D7649-5462-4C5A-92B9-83B3869CF527}" type="pres">
      <dgm:prSet presAssocID="{037008B1-33C6-4E6D-A4CF-CEA31F347764}" presName="txNode" presStyleLbl="node1" presStyleIdx="1" presStyleCnt="5">
        <dgm:presLayoutVars>
          <dgm:bulletEnabled val="1"/>
        </dgm:presLayoutVars>
      </dgm:prSet>
      <dgm:spPr/>
    </dgm:pt>
    <dgm:pt modelId="{71B33A40-E9F0-4B25-86EE-AC112A1EBDDA}" type="pres">
      <dgm:prSet presAssocID="{F6386F74-C0F1-4BBB-AE6F-673AA5FDBEEE}" presName="sibTrans" presStyleLbl="sibTrans2D1" presStyleIdx="1" presStyleCnt="4"/>
      <dgm:spPr/>
    </dgm:pt>
    <dgm:pt modelId="{E75EDAE2-A786-46F9-84B7-A69AFFE31B93}" type="pres">
      <dgm:prSet presAssocID="{F6386F74-C0F1-4BBB-AE6F-673AA5FDBEEE}" presName="connTx" presStyleLbl="sibTrans2D1" presStyleIdx="1" presStyleCnt="4"/>
      <dgm:spPr/>
    </dgm:pt>
    <dgm:pt modelId="{9207A13F-419B-42C0-9BEC-3E42FA5D1196}" type="pres">
      <dgm:prSet presAssocID="{8056D1C1-66CC-41D0-97E6-3380436215FE}" presName="composite" presStyleCnt="0"/>
      <dgm:spPr/>
    </dgm:pt>
    <dgm:pt modelId="{D31D56C1-567D-4AD3-9D31-CD778299AFD0}" type="pres">
      <dgm:prSet presAssocID="{8056D1C1-66CC-41D0-97E6-3380436215FE}" presName="imagSh" presStyleLbl="bgImgPlace1" presStyleIdx="2" presStyleCnt="5"/>
      <dgm:spPr>
        <a:blipFill rotWithShape="1">
          <a:blip xmlns:r="http://schemas.openxmlformats.org/officeDocument/2006/relationships" r:embed="rId3"/>
          <a:srcRect/>
          <a:stretch>
            <a:fillRect l="-52000" r="-52000"/>
          </a:stretch>
        </a:blipFill>
      </dgm:spPr>
    </dgm:pt>
    <dgm:pt modelId="{F238E78F-BE6F-41E2-A10B-72E14658E82A}" type="pres">
      <dgm:prSet presAssocID="{8056D1C1-66CC-41D0-97E6-3380436215FE}" presName="txNode" presStyleLbl="node1" presStyleIdx="2" presStyleCnt="5">
        <dgm:presLayoutVars>
          <dgm:bulletEnabled val="1"/>
        </dgm:presLayoutVars>
      </dgm:prSet>
      <dgm:spPr/>
    </dgm:pt>
    <dgm:pt modelId="{5F9C6884-B7B1-4F50-9AC4-6CD17DE43A36}" type="pres">
      <dgm:prSet presAssocID="{4568B0E0-3E3C-415F-ADDC-966220FC2687}" presName="sibTrans" presStyleLbl="sibTrans2D1" presStyleIdx="2" presStyleCnt="4"/>
      <dgm:spPr/>
    </dgm:pt>
    <dgm:pt modelId="{D8628B0D-0A07-46C4-A148-FDE6CE2EB192}" type="pres">
      <dgm:prSet presAssocID="{4568B0E0-3E3C-415F-ADDC-966220FC2687}" presName="connTx" presStyleLbl="sibTrans2D1" presStyleIdx="2" presStyleCnt="4"/>
      <dgm:spPr/>
    </dgm:pt>
    <dgm:pt modelId="{56378BB5-0471-4D87-A42C-5C611CE2DE2F}" type="pres">
      <dgm:prSet presAssocID="{0E892AF2-3C50-4FA7-9BDC-BD7C6703F455}" presName="composite" presStyleCnt="0"/>
      <dgm:spPr/>
    </dgm:pt>
    <dgm:pt modelId="{0F0EAAAB-151E-4C7A-9C8D-0ADDB7FE6085}" type="pres">
      <dgm:prSet presAssocID="{0E892AF2-3C50-4FA7-9BDC-BD7C6703F455}" presName="imagSh" presStyleLbl="bgImgPlace1" presStyleIdx="3" presStyleCnt="5"/>
      <dgm:spPr>
        <a:blipFill rotWithShape="1">
          <a:blip xmlns:r="http://schemas.openxmlformats.org/officeDocument/2006/relationships" r:embed="rId4"/>
          <a:srcRect/>
          <a:stretch>
            <a:fillRect t="-6000" b="-6000"/>
          </a:stretch>
        </a:blipFill>
      </dgm:spPr>
    </dgm:pt>
    <dgm:pt modelId="{B0F65E1C-FB5A-492A-B076-E8D7C50BCCC8}" type="pres">
      <dgm:prSet presAssocID="{0E892AF2-3C50-4FA7-9BDC-BD7C6703F455}" presName="txNode" presStyleLbl="node1" presStyleIdx="3" presStyleCnt="5">
        <dgm:presLayoutVars>
          <dgm:bulletEnabled val="1"/>
        </dgm:presLayoutVars>
      </dgm:prSet>
      <dgm:spPr/>
    </dgm:pt>
    <dgm:pt modelId="{8AF7F896-87EF-4E9D-9ABD-64238D0700FF}" type="pres">
      <dgm:prSet presAssocID="{29F6B855-CD0B-4771-9F78-1BF37E339978}" presName="sibTrans" presStyleLbl="sibTrans2D1" presStyleIdx="3" presStyleCnt="4"/>
      <dgm:spPr/>
    </dgm:pt>
    <dgm:pt modelId="{720317EE-D19C-44B0-ACCD-25E5549AD247}" type="pres">
      <dgm:prSet presAssocID="{29F6B855-CD0B-4771-9F78-1BF37E339978}" presName="connTx" presStyleLbl="sibTrans2D1" presStyleIdx="3" presStyleCnt="4"/>
      <dgm:spPr/>
    </dgm:pt>
    <dgm:pt modelId="{1995F3F9-157A-4205-9D00-E0DE0F6C3296}" type="pres">
      <dgm:prSet presAssocID="{E8046D18-87EB-4E86-8ED4-F83BEEB099BF}" presName="composite" presStyleCnt="0"/>
      <dgm:spPr/>
    </dgm:pt>
    <dgm:pt modelId="{6EAB4DA4-102E-4A5D-BA12-3E4D8C61CA54}" type="pres">
      <dgm:prSet presAssocID="{E8046D18-87EB-4E86-8ED4-F83BEEB099BF}" presName="imagSh" presStyleLbl="bgImgPlace1" presStyleIdx="4" presStyleCnt="5"/>
      <dgm:spPr>
        <a:blipFill rotWithShape="1">
          <a:blip xmlns:r="http://schemas.openxmlformats.org/officeDocument/2006/relationships" r:embed="rId5"/>
          <a:srcRect/>
          <a:stretch>
            <a:fillRect l="-5000" r="-5000"/>
          </a:stretch>
        </a:blipFill>
      </dgm:spPr>
    </dgm:pt>
    <dgm:pt modelId="{9579F096-D03C-4976-A189-D90C73112D2A}" type="pres">
      <dgm:prSet presAssocID="{E8046D18-87EB-4E86-8ED4-F83BEEB099BF}" presName="txNode" presStyleLbl="node1" presStyleIdx="4" presStyleCnt="5">
        <dgm:presLayoutVars>
          <dgm:bulletEnabled val="1"/>
        </dgm:presLayoutVars>
      </dgm:prSet>
      <dgm:spPr/>
    </dgm:pt>
  </dgm:ptLst>
  <dgm:cxnLst>
    <dgm:cxn modelId="{7D423811-F38A-4463-AF06-32C05C7A3128}" type="presOf" srcId="{037008B1-33C6-4E6D-A4CF-CEA31F347764}" destId="{FC3D7649-5462-4C5A-92B9-83B3869CF527}" srcOrd="0" destOrd="0" presId="urn:microsoft.com/office/officeart/2005/8/layout/hProcess10"/>
    <dgm:cxn modelId="{80FC9C14-3ACA-4C8C-B4BF-7B2523EAFBAB}" type="presOf" srcId="{6EF386AE-96C3-42C4-B59A-08BE6B54A502}" destId="{FC3D7649-5462-4C5A-92B9-83B3869CF527}" srcOrd="0" destOrd="2" presId="urn:microsoft.com/office/officeart/2005/8/layout/hProcess10"/>
    <dgm:cxn modelId="{B7E1E715-90D8-433D-AE94-3B5E0FA44A0B}" srcId="{037008B1-33C6-4E6D-A4CF-CEA31F347764}" destId="{6EF386AE-96C3-42C4-B59A-08BE6B54A502}" srcOrd="1" destOrd="0" parTransId="{1680BC24-E233-411E-BB37-0D1A394C8A96}" sibTransId="{DC79A716-6E10-4AD6-ACB2-10604A6A240F}"/>
    <dgm:cxn modelId="{515F991D-8E21-40F2-BA28-4B57DDCCE7EE}" srcId="{8BE318B1-B1C2-4678-B895-80EF1DBC1332}" destId="{6BAA3343-BBEF-417E-939D-BE3A31399019}" srcOrd="0" destOrd="0" parTransId="{9869B9D7-8B4A-4146-98C5-A00D66F78775}" sibTransId="{FFDB15C4-B0FD-4FFE-B7AE-5585780EAD01}"/>
    <dgm:cxn modelId="{CDCF3727-EAAA-4E7A-B4A7-6101372CD11E}" type="presOf" srcId="{0E892AF2-3C50-4FA7-9BDC-BD7C6703F455}" destId="{B0F65E1C-FB5A-492A-B076-E8D7C50BCCC8}" srcOrd="0" destOrd="0" presId="urn:microsoft.com/office/officeart/2005/8/layout/hProcess10"/>
    <dgm:cxn modelId="{AD47222C-E118-4318-A83D-B4458F1DC9DF}" type="presOf" srcId="{980EC601-54DB-411F-9C71-14FA361992CE}" destId="{6EB0F8C0-91A5-4CD6-9AB1-E9514820C1BE}" srcOrd="0" destOrd="1" presId="urn:microsoft.com/office/officeart/2005/8/layout/hProcess10"/>
    <dgm:cxn modelId="{2ED5C030-3641-460B-8B31-953EF404DBA3}" type="presOf" srcId="{FFDB15C4-B0FD-4FFE-B7AE-5585780EAD01}" destId="{B080055E-39C9-4404-97B7-7C7B5CDBF87E}" srcOrd="1" destOrd="0" presId="urn:microsoft.com/office/officeart/2005/8/layout/hProcess10"/>
    <dgm:cxn modelId="{3317883C-2795-4D19-9A74-10B01B1E3201}" srcId="{6BAA3343-BBEF-417E-939D-BE3A31399019}" destId="{980EC601-54DB-411F-9C71-14FA361992CE}" srcOrd="0" destOrd="0" parTransId="{0E7730CB-50FF-47DF-973F-DB6B5A39DCEE}" sibTransId="{3C5BB689-45E6-40F3-A887-7DFC8AE111C9}"/>
    <dgm:cxn modelId="{98D65D61-7F6D-4B77-946B-72ABBC6FA8F6}" type="presOf" srcId="{2D4E37E5-371A-47C6-A7D7-BE51C07B15C7}" destId="{F238E78F-BE6F-41E2-A10B-72E14658E82A}" srcOrd="0" destOrd="1" presId="urn:microsoft.com/office/officeart/2005/8/layout/hProcess10"/>
    <dgm:cxn modelId="{0E2C6463-1DB6-4DAA-8CD6-A50165F7576A}" type="presOf" srcId="{4568B0E0-3E3C-415F-ADDC-966220FC2687}" destId="{5F9C6884-B7B1-4F50-9AC4-6CD17DE43A36}" srcOrd="0" destOrd="0" presId="urn:microsoft.com/office/officeart/2005/8/layout/hProcess10"/>
    <dgm:cxn modelId="{3DB1C565-2263-4D41-9316-A70BB45C19E9}" type="presOf" srcId="{8BE318B1-B1C2-4678-B895-80EF1DBC1332}" destId="{8BC09439-928A-48BF-98EB-8B3273C6BD30}" srcOrd="0" destOrd="0" presId="urn:microsoft.com/office/officeart/2005/8/layout/hProcess10"/>
    <dgm:cxn modelId="{524D7666-D483-4990-A16D-C4A5FD120F60}" type="presOf" srcId="{5FD07484-73F0-450B-95DB-F24AE8EED0F8}" destId="{B0F65E1C-FB5A-492A-B076-E8D7C50BCCC8}" srcOrd="0" destOrd="1" presId="urn:microsoft.com/office/officeart/2005/8/layout/hProcess10"/>
    <dgm:cxn modelId="{8AFA9066-0615-4902-B65D-5AF722DE6ADD}" srcId="{8BE318B1-B1C2-4678-B895-80EF1DBC1332}" destId="{0E892AF2-3C50-4FA7-9BDC-BD7C6703F455}" srcOrd="3" destOrd="0" parTransId="{89704303-F7D9-456C-B022-1C8C85011AA5}" sibTransId="{29F6B855-CD0B-4771-9F78-1BF37E339978}"/>
    <dgm:cxn modelId="{4C2DA576-CE9A-42E0-8C9A-FB490508AFDE}" srcId="{E8046D18-87EB-4E86-8ED4-F83BEEB099BF}" destId="{03BF7335-1C25-452F-90B3-F946C8761C5D}" srcOrd="0" destOrd="0" parTransId="{B940451B-2861-432B-A375-1C694D6B3EE6}" sibTransId="{51DE1542-D4A1-41B9-AFB4-639263A93044}"/>
    <dgm:cxn modelId="{10610284-AE95-4E1C-831E-BD704D96367B}" type="presOf" srcId="{8056D1C1-66CC-41D0-97E6-3380436215FE}" destId="{F238E78F-BE6F-41E2-A10B-72E14658E82A}" srcOrd="0" destOrd="0" presId="urn:microsoft.com/office/officeart/2005/8/layout/hProcess10"/>
    <dgm:cxn modelId="{68691C89-54AA-4F57-8871-AD535A6C4C9E}" type="presOf" srcId="{35C7FBEB-7DE0-4D31-A2AA-877564EA3700}" destId="{FC3D7649-5462-4C5A-92B9-83B3869CF527}" srcOrd="0" destOrd="3" presId="urn:microsoft.com/office/officeart/2005/8/layout/hProcess10"/>
    <dgm:cxn modelId="{ECC3828A-3D2E-404D-B102-0724CDE44CAD}" type="presOf" srcId="{20EFE9FD-DD95-42FB-9750-8F43932ED027}" destId="{FC3D7649-5462-4C5A-92B9-83B3869CF527}" srcOrd="0" destOrd="1" presId="urn:microsoft.com/office/officeart/2005/8/layout/hProcess10"/>
    <dgm:cxn modelId="{D3678A8D-86C6-4538-83EF-81E27F19F1F7}" type="presOf" srcId="{29F6B855-CD0B-4771-9F78-1BF37E339978}" destId="{720317EE-D19C-44B0-ACCD-25E5549AD247}" srcOrd="1" destOrd="0" presId="urn:microsoft.com/office/officeart/2005/8/layout/hProcess10"/>
    <dgm:cxn modelId="{8887E78D-ABE3-45E8-8AC1-8CC0850E1BB9}" srcId="{8BE318B1-B1C2-4678-B895-80EF1DBC1332}" destId="{E8046D18-87EB-4E86-8ED4-F83BEEB099BF}" srcOrd="4" destOrd="0" parTransId="{C04CE232-6E2D-45DE-82BE-8A779AD2E6EE}" sibTransId="{925D9160-6162-4CD0-8462-83E4DB0B88FC}"/>
    <dgm:cxn modelId="{2C624E8F-8000-4E92-8356-A8815B991A63}" srcId="{0E892AF2-3C50-4FA7-9BDC-BD7C6703F455}" destId="{5FD07484-73F0-450B-95DB-F24AE8EED0F8}" srcOrd="0" destOrd="0" parTransId="{90569CEA-5FF3-40D7-ABAE-C5CF1778AFE2}" sibTransId="{92B00708-2CA3-48EC-9DF8-B50B0DBC6031}"/>
    <dgm:cxn modelId="{9272D59A-CF81-4805-8630-71857A8F9602}" type="presOf" srcId="{03BF7335-1C25-452F-90B3-F946C8761C5D}" destId="{9579F096-D03C-4976-A189-D90C73112D2A}" srcOrd="0" destOrd="1" presId="urn:microsoft.com/office/officeart/2005/8/layout/hProcess10"/>
    <dgm:cxn modelId="{FF5754A6-F449-4EE8-9F03-4851A908EE38}" type="presOf" srcId="{F6386F74-C0F1-4BBB-AE6F-673AA5FDBEEE}" destId="{71B33A40-E9F0-4B25-86EE-AC112A1EBDDA}" srcOrd="0" destOrd="0" presId="urn:microsoft.com/office/officeart/2005/8/layout/hProcess10"/>
    <dgm:cxn modelId="{6C6115A7-66CF-43BB-B8CC-7B77B032D10E}" srcId="{8BE318B1-B1C2-4678-B895-80EF1DBC1332}" destId="{8056D1C1-66CC-41D0-97E6-3380436215FE}" srcOrd="2" destOrd="0" parTransId="{82631EA7-F5E5-431C-BADA-2326F71F15C4}" sibTransId="{4568B0E0-3E3C-415F-ADDC-966220FC2687}"/>
    <dgm:cxn modelId="{C8D622AD-0F86-43EC-8372-BD39510DDBE8}" type="presOf" srcId="{4568B0E0-3E3C-415F-ADDC-966220FC2687}" destId="{D8628B0D-0A07-46C4-A148-FDE6CE2EB192}" srcOrd="1" destOrd="0" presId="urn:microsoft.com/office/officeart/2005/8/layout/hProcess10"/>
    <dgm:cxn modelId="{EA8924AF-137D-48EE-AFAC-91C9DA0B2D78}" srcId="{037008B1-33C6-4E6D-A4CF-CEA31F347764}" destId="{35C7FBEB-7DE0-4D31-A2AA-877564EA3700}" srcOrd="2" destOrd="0" parTransId="{37DFD7A0-AD4F-4743-9840-8A0401BAD993}" sibTransId="{77FB55BF-2889-4EC4-9909-8ED389C5BDF7}"/>
    <dgm:cxn modelId="{A6E8CCB0-C28A-43D2-84E5-A0B98697EBB2}" type="presOf" srcId="{F6386F74-C0F1-4BBB-AE6F-673AA5FDBEEE}" destId="{E75EDAE2-A786-46F9-84B7-A69AFFE31B93}" srcOrd="1" destOrd="0" presId="urn:microsoft.com/office/officeart/2005/8/layout/hProcess10"/>
    <dgm:cxn modelId="{961652CB-682F-4A8F-A01D-8355CACC0085}" srcId="{8056D1C1-66CC-41D0-97E6-3380436215FE}" destId="{2D4E37E5-371A-47C6-A7D7-BE51C07B15C7}" srcOrd="0" destOrd="0" parTransId="{1F3DA487-E265-4809-86EE-AD8385846849}" sibTransId="{1112B0D9-4796-4D4E-B457-58522DD18929}"/>
    <dgm:cxn modelId="{6050E8D0-AF4D-43A8-BCE3-DA42B03755CB}" type="presOf" srcId="{FFDB15C4-B0FD-4FFE-B7AE-5585780EAD01}" destId="{BB7D7150-CEF9-40E2-BA63-C4D76A4CDC2B}" srcOrd="0" destOrd="0" presId="urn:microsoft.com/office/officeart/2005/8/layout/hProcess10"/>
    <dgm:cxn modelId="{0FD4BEDE-CAD8-4E18-B47F-4234B16D8535}" srcId="{037008B1-33C6-4E6D-A4CF-CEA31F347764}" destId="{20EFE9FD-DD95-42FB-9750-8F43932ED027}" srcOrd="0" destOrd="0" parTransId="{CF5FDB13-923B-4053-84CC-F260C934A7AB}" sibTransId="{24267706-31A9-40C0-B195-7C41975C4AE5}"/>
    <dgm:cxn modelId="{3D4A57E6-6539-45F0-8EC8-B507A7A52617}" type="presOf" srcId="{E8046D18-87EB-4E86-8ED4-F83BEEB099BF}" destId="{9579F096-D03C-4976-A189-D90C73112D2A}" srcOrd="0" destOrd="0" presId="urn:microsoft.com/office/officeart/2005/8/layout/hProcess10"/>
    <dgm:cxn modelId="{801735E9-93A6-4042-A0F3-B5F854CAD71E}" srcId="{8BE318B1-B1C2-4678-B895-80EF1DBC1332}" destId="{037008B1-33C6-4E6D-A4CF-CEA31F347764}" srcOrd="1" destOrd="0" parTransId="{78B43204-5739-4131-80D6-599991F3810E}" sibTransId="{F6386F74-C0F1-4BBB-AE6F-673AA5FDBEEE}"/>
    <dgm:cxn modelId="{3739BDF0-DC6F-4CB0-AF88-7BE06E5CCDE3}" type="presOf" srcId="{29F6B855-CD0B-4771-9F78-1BF37E339978}" destId="{8AF7F896-87EF-4E9D-9ABD-64238D0700FF}" srcOrd="0" destOrd="0" presId="urn:microsoft.com/office/officeart/2005/8/layout/hProcess10"/>
    <dgm:cxn modelId="{1F48CBFB-D24F-4CC7-98CD-520E0D95BF5C}" type="presOf" srcId="{6BAA3343-BBEF-417E-939D-BE3A31399019}" destId="{6EB0F8C0-91A5-4CD6-9AB1-E9514820C1BE}" srcOrd="0" destOrd="0" presId="urn:microsoft.com/office/officeart/2005/8/layout/hProcess10"/>
    <dgm:cxn modelId="{CA24731D-720C-4416-B5B4-5DB2464B6416}" type="presParOf" srcId="{8BC09439-928A-48BF-98EB-8B3273C6BD30}" destId="{E4D01AFB-DFBD-4FF5-8885-B01CFFBA9594}" srcOrd="0" destOrd="0" presId="urn:microsoft.com/office/officeart/2005/8/layout/hProcess10"/>
    <dgm:cxn modelId="{0AB2040A-58D6-494A-A24F-AF4981951E0F}" type="presParOf" srcId="{E4D01AFB-DFBD-4FF5-8885-B01CFFBA9594}" destId="{4A9E9839-2569-4861-9613-8D64CAE0F396}" srcOrd="0" destOrd="0" presId="urn:microsoft.com/office/officeart/2005/8/layout/hProcess10"/>
    <dgm:cxn modelId="{A1EFA295-88C7-4E99-B534-FCCBE124BBE7}" type="presParOf" srcId="{E4D01AFB-DFBD-4FF5-8885-B01CFFBA9594}" destId="{6EB0F8C0-91A5-4CD6-9AB1-E9514820C1BE}" srcOrd="1" destOrd="0" presId="urn:microsoft.com/office/officeart/2005/8/layout/hProcess10"/>
    <dgm:cxn modelId="{E82C0826-420A-4078-9128-57AEB9E8E356}" type="presParOf" srcId="{8BC09439-928A-48BF-98EB-8B3273C6BD30}" destId="{BB7D7150-CEF9-40E2-BA63-C4D76A4CDC2B}" srcOrd="1" destOrd="0" presId="urn:microsoft.com/office/officeart/2005/8/layout/hProcess10"/>
    <dgm:cxn modelId="{8A2A37E6-700D-428F-BFDE-802153AB9F74}" type="presParOf" srcId="{BB7D7150-CEF9-40E2-BA63-C4D76A4CDC2B}" destId="{B080055E-39C9-4404-97B7-7C7B5CDBF87E}" srcOrd="0" destOrd="0" presId="urn:microsoft.com/office/officeart/2005/8/layout/hProcess10"/>
    <dgm:cxn modelId="{986713B1-FDE3-4628-BF5D-36FA2B540A64}" type="presParOf" srcId="{8BC09439-928A-48BF-98EB-8B3273C6BD30}" destId="{A2D6FC69-C0FA-4495-A42B-5D93E785392A}" srcOrd="2" destOrd="0" presId="urn:microsoft.com/office/officeart/2005/8/layout/hProcess10"/>
    <dgm:cxn modelId="{9F4DCBD7-30D6-463E-BE42-57877A664B21}" type="presParOf" srcId="{A2D6FC69-C0FA-4495-A42B-5D93E785392A}" destId="{F33F2BAC-B830-4742-BADA-A33AEBBAD005}" srcOrd="0" destOrd="0" presId="urn:microsoft.com/office/officeart/2005/8/layout/hProcess10"/>
    <dgm:cxn modelId="{71677B89-A82F-43C7-B87D-C80216C2C05F}" type="presParOf" srcId="{A2D6FC69-C0FA-4495-A42B-5D93E785392A}" destId="{FC3D7649-5462-4C5A-92B9-83B3869CF527}" srcOrd="1" destOrd="0" presId="urn:microsoft.com/office/officeart/2005/8/layout/hProcess10"/>
    <dgm:cxn modelId="{D21B8285-12AC-4D09-96EA-3E08080F91B0}" type="presParOf" srcId="{8BC09439-928A-48BF-98EB-8B3273C6BD30}" destId="{71B33A40-E9F0-4B25-86EE-AC112A1EBDDA}" srcOrd="3" destOrd="0" presId="urn:microsoft.com/office/officeart/2005/8/layout/hProcess10"/>
    <dgm:cxn modelId="{DF1C6F9E-4CE4-4E4E-A7F7-205FAAB74901}" type="presParOf" srcId="{71B33A40-E9F0-4B25-86EE-AC112A1EBDDA}" destId="{E75EDAE2-A786-46F9-84B7-A69AFFE31B93}" srcOrd="0" destOrd="0" presId="urn:microsoft.com/office/officeart/2005/8/layout/hProcess10"/>
    <dgm:cxn modelId="{82793F7D-F84F-4FA4-851C-B916DA150316}" type="presParOf" srcId="{8BC09439-928A-48BF-98EB-8B3273C6BD30}" destId="{9207A13F-419B-42C0-9BEC-3E42FA5D1196}" srcOrd="4" destOrd="0" presId="urn:microsoft.com/office/officeart/2005/8/layout/hProcess10"/>
    <dgm:cxn modelId="{40F4A2F9-D518-4B99-8631-F2FD04BD02A6}" type="presParOf" srcId="{9207A13F-419B-42C0-9BEC-3E42FA5D1196}" destId="{D31D56C1-567D-4AD3-9D31-CD778299AFD0}" srcOrd="0" destOrd="0" presId="urn:microsoft.com/office/officeart/2005/8/layout/hProcess10"/>
    <dgm:cxn modelId="{BEE46E6A-E747-4025-9675-BFDFFFC26B0A}" type="presParOf" srcId="{9207A13F-419B-42C0-9BEC-3E42FA5D1196}" destId="{F238E78F-BE6F-41E2-A10B-72E14658E82A}" srcOrd="1" destOrd="0" presId="urn:microsoft.com/office/officeart/2005/8/layout/hProcess10"/>
    <dgm:cxn modelId="{DCC98DB4-8EB5-4FBD-880C-5AF68C3D4896}" type="presParOf" srcId="{8BC09439-928A-48BF-98EB-8B3273C6BD30}" destId="{5F9C6884-B7B1-4F50-9AC4-6CD17DE43A36}" srcOrd="5" destOrd="0" presId="urn:microsoft.com/office/officeart/2005/8/layout/hProcess10"/>
    <dgm:cxn modelId="{0C2A41F5-037B-40CE-B07F-C64AA4BA28F0}" type="presParOf" srcId="{5F9C6884-B7B1-4F50-9AC4-6CD17DE43A36}" destId="{D8628B0D-0A07-46C4-A148-FDE6CE2EB192}" srcOrd="0" destOrd="0" presId="urn:microsoft.com/office/officeart/2005/8/layout/hProcess10"/>
    <dgm:cxn modelId="{B6CBD9E8-1DD8-4882-8F49-54441D5C5D6E}" type="presParOf" srcId="{8BC09439-928A-48BF-98EB-8B3273C6BD30}" destId="{56378BB5-0471-4D87-A42C-5C611CE2DE2F}" srcOrd="6" destOrd="0" presId="urn:microsoft.com/office/officeart/2005/8/layout/hProcess10"/>
    <dgm:cxn modelId="{141E8E88-D69C-4B81-9727-08E80EF6AA68}" type="presParOf" srcId="{56378BB5-0471-4D87-A42C-5C611CE2DE2F}" destId="{0F0EAAAB-151E-4C7A-9C8D-0ADDB7FE6085}" srcOrd="0" destOrd="0" presId="urn:microsoft.com/office/officeart/2005/8/layout/hProcess10"/>
    <dgm:cxn modelId="{C2F02E6F-9C45-4564-8EE5-11EB4B421562}" type="presParOf" srcId="{56378BB5-0471-4D87-A42C-5C611CE2DE2F}" destId="{B0F65E1C-FB5A-492A-B076-E8D7C50BCCC8}" srcOrd="1" destOrd="0" presId="urn:microsoft.com/office/officeart/2005/8/layout/hProcess10"/>
    <dgm:cxn modelId="{3DA1075A-647C-4D58-8BFE-93828E589B43}" type="presParOf" srcId="{8BC09439-928A-48BF-98EB-8B3273C6BD30}" destId="{8AF7F896-87EF-4E9D-9ABD-64238D0700FF}" srcOrd="7" destOrd="0" presId="urn:microsoft.com/office/officeart/2005/8/layout/hProcess10"/>
    <dgm:cxn modelId="{FE16612D-416B-43B8-82AD-4B97FECE0730}" type="presParOf" srcId="{8AF7F896-87EF-4E9D-9ABD-64238D0700FF}" destId="{720317EE-D19C-44B0-ACCD-25E5549AD247}" srcOrd="0" destOrd="0" presId="urn:microsoft.com/office/officeart/2005/8/layout/hProcess10"/>
    <dgm:cxn modelId="{03821D9E-DB91-40FD-B1E1-8AA8A2F2CF64}" type="presParOf" srcId="{8BC09439-928A-48BF-98EB-8B3273C6BD30}" destId="{1995F3F9-157A-4205-9D00-E0DE0F6C3296}" srcOrd="8" destOrd="0" presId="urn:microsoft.com/office/officeart/2005/8/layout/hProcess10"/>
    <dgm:cxn modelId="{0652F38C-4922-41A1-AD7C-429EB2D2F4EE}" type="presParOf" srcId="{1995F3F9-157A-4205-9D00-E0DE0F6C3296}" destId="{6EAB4DA4-102E-4A5D-BA12-3E4D8C61CA54}" srcOrd="0" destOrd="0" presId="urn:microsoft.com/office/officeart/2005/8/layout/hProcess10"/>
    <dgm:cxn modelId="{2C29036D-1142-4AF7-8CC1-31B2DA60A5C2}" type="presParOf" srcId="{1995F3F9-157A-4205-9D00-E0DE0F6C3296}" destId="{9579F096-D03C-4976-A189-D90C73112D2A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9E9839-2569-4861-9613-8D64CAE0F396}">
      <dsp:nvSpPr>
        <dsp:cNvPr id="0" name=""/>
        <dsp:cNvSpPr/>
      </dsp:nvSpPr>
      <dsp:spPr>
        <a:xfrm>
          <a:off x="4479" y="1232350"/>
          <a:ext cx="1047156" cy="1047156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rcRect/>
          <a:stretch>
            <a:fillRect l="-38000" r="-38000"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B0F8C0-91A5-4CD6-9AB1-E9514820C1BE}">
      <dsp:nvSpPr>
        <dsp:cNvPr id="0" name=""/>
        <dsp:cNvSpPr/>
      </dsp:nvSpPr>
      <dsp:spPr>
        <a:xfrm>
          <a:off x="174946" y="1860644"/>
          <a:ext cx="1047156" cy="10471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Get Data</a:t>
          </a:r>
          <a:endParaRPr lang="zh-CN" altLang="en-US" sz="12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900" kern="1200" dirty="0"/>
            <a:t>Dalals GIS Data Portal</a:t>
          </a:r>
          <a:endParaRPr lang="zh-CN" altLang="en-US" sz="900" kern="1200" dirty="0"/>
        </a:p>
      </dsp:txBody>
      <dsp:txXfrm>
        <a:off x="205616" y="1891314"/>
        <a:ext cx="985816" cy="985816"/>
      </dsp:txXfrm>
    </dsp:sp>
    <dsp:sp modelId="{BB7D7150-CEF9-40E2-BA63-C4D76A4CDC2B}">
      <dsp:nvSpPr>
        <dsp:cNvPr id="0" name=""/>
        <dsp:cNvSpPr/>
      </dsp:nvSpPr>
      <dsp:spPr>
        <a:xfrm>
          <a:off x="1253341" y="1630120"/>
          <a:ext cx="201705" cy="2516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1253341" y="1680443"/>
        <a:ext cx="141194" cy="150971"/>
      </dsp:txXfrm>
    </dsp:sp>
    <dsp:sp modelId="{F33F2BAC-B830-4742-BADA-A33AEBBAD005}">
      <dsp:nvSpPr>
        <dsp:cNvPr id="0" name=""/>
        <dsp:cNvSpPr/>
      </dsp:nvSpPr>
      <dsp:spPr>
        <a:xfrm>
          <a:off x="1627937" y="1232350"/>
          <a:ext cx="1047156" cy="1047156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rcRect/>
          <a:stretch>
            <a:fillRect l="-11000" r="-11000"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3D7649-5462-4C5A-92B9-83B3869CF527}">
      <dsp:nvSpPr>
        <dsp:cNvPr id="0" name=""/>
        <dsp:cNvSpPr/>
      </dsp:nvSpPr>
      <dsp:spPr>
        <a:xfrm>
          <a:off x="1798405" y="1860644"/>
          <a:ext cx="1047156" cy="10471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Data Cleaning</a:t>
          </a:r>
          <a:endParaRPr lang="zh-CN" altLang="en-US" sz="12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900" kern="1200" dirty="0"/>
            <a:t>Inspection</a:t>
          </a:r>
          <a:endParaRPr lang="zh-CN" alt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900" kern="1200" dirty="0"/>
            <a:t>Delete</a:t>
          </a:r>
          <a:endParaRPr lang="zh-CN" alt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900" kern="1200" dirty="0"/>
            <a:t>Manipulate</a:t>
          </a:r>
          <a:endParaRPr lang="zh-CN" altLang="en-US" sz="900" kern="1200" dirty="0"/>
        </a:p>
      </dsp:txBody>
      <dsp:txXfrm>
        <a:off x="1829075" y="1891314"/>
        <a:ext cx="985816" cy="985816"/>
      </dsp:txXfrm>
    </dsp:sp>
    <dsp:sp modelId="{71B33A40-E9F0-4B25-86EE-AC112A1EBDDA}">
      <dsp:nvSpPr>
        <dsp:cNvPr id="0" name=""/>
        <dsp:cNvSpPr/>
      </dsp:nvSpPr>
      <dsp:spPr>
        <a:xfrm>
          <a:off x="2876800" y="1630120"/>
          <a:ext cx="201705" cy="2516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2876800" y="1680443"/>
        <a:ext cx="141194" cy="150971"/>
      </dsp:txXfrm>
    </dsp:sp>
    <dsp:sp modelId="{D31D56C1-567D-4AD3-9D31-CD778299AFD0}">
      <dsp:nvSpPr>
        <dsp:cNvPr id="0" name=""/>
        <dsp:cNvSpPr/>
      </dsp:nvSpPr>
      <dsp:spPr>
        <a:xfrm>
          <a:off x="3251396" y="1232350"/>
          <a:ext cx="1047156" cy="1047156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rcRect/>
          <a:stretch>
            <a:fillRect l="-52000" r="-52000"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38E78F-BE6F-41E2-A10B-72E14658E82A}">
      <dsp:nvSpPr>
        <dsp:cNvPr id="0" name=""/>
        <dsp:cNvSpPr/>
      </dsp:nvSpPr>
      <dsp:spPr>
        <a:xfrm>
          <a:off x="3421863" y="1860644"/>
          <a:ext cx="1047156" cy="10471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Publish</a:t>
          </a:r>
          <a:endParaRPr lang="zh-CN" altLang="en-US" sz="12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900" kern="1200" dirty="0"/>
            <a:t>Publish data to ArcGIS Online</a:t>
          </a:r>
          <a:endParaRPr lang="zh-CN" altLang="en-US" sz="900" kern="1200" dirty="0"/>
        </a:p>
      </dsp:txBody>
      <dsp:txXfrm>
        <a:off x="3452533" y="1891314"/>
        <a:ext cx="985816" cy="985816"/>
      </dsp:txXfrm>
    </dsp:sp>
    <dsp:sp modelId="{5F9C6884-B7B1-4F50-9AC4-6CD17DE43A36}">
      <dsp:nvSpPr>
        <dsp:cNvPr id="0" name=""/>
        <dsp:cNvSpPr/>
      </dsp:nvSpPr>
      <dsp:spPr>
        <a:xfrm>
          <a:off x="4500258" y="1630120"/>
          <a:ext cx="201705" cy="2516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4500258" y="1680443"/>
        <a:ext cx="141194" cy="150971"/>
      </dsp:txXfrm>
    </dsp:sp>
    <dsp:sp modelId="{0F0EAAAB-151E-4C7A-9C8D-0ADDB7FE6085}">
      <dsp:nvSpPr>
        <dsp:cNvPr id="0" name=""/>
        <dsp:cNvSpPr/>
      </dsp:nvSpPr>
      <dsp:spPr>
        <a:xfrm>
          <a:off x="4874854" y="1232350"/>
          <a:ext cx="1047156" cy="1047156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4"/>
          <a:srcRect/>
          <a:stretch>
            <a:fillRect t="-6000" b="-6000"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F65E1C-FB5A-492A-B076-E8D7C50BCCC8}">
      <dsp:nvSpPr>
        <dsp:cNvPr id="0" name=""/>
        <dsp:cNvSpPr/>
      </dsp:nvSpPr>
      <dsp:spPr>
        <a:xfrm>
          <a:off x="5045322" y="1860644"/>
          <a:ext cx="1047156" cy="10471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Compose</a:t>
          </a:r>
          <a:endParaRPr lang="zh-CN" altLang="en-US" sz="12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900" kern="1200" dirty="0"/>
            <a:t>Integrate Data to Dashboard</a:t>
          </a:r>
          <a:endParaRPr lang="zh-CN" altLang="en-US" sz="900" kern="1200" dirty="0"/>
        </a:p>
      </dsp:txBody>
      <dsp:txXfrm>
        <a:off x="5075992" y="1891314"/>
        <a:ext cx="985816" cy="985816"/>
      </dsp:txXfrm>
    </dsp:sp>
    <dsp:sp modelId="{8AF7F896-87EF-4E9D-9ABD-64238D0700FF}">
      <dsp:nvSpPr>
        <dsp:cNvPr id="0" name=""/>
        <dsp:cNvSpPr/>
      </dsp:nvSpPr>
      <dsp:spPr>
        <a:xfrm>
          <a:off x="6123717" y="1630120"/>
          <a:ext cx="201705" cy="2516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6123717" y="1680443"/>
        <a:ext cx="141194" cy="150971"/>
      </dsp:txXfrm>
    </dsp:sp>
    <dsp:sp modelId="{6EAB4DA4-102E-4A5D-BA12-3E4D8C61CA54}">
      <dsp:nvSpPr>
        <dsp:cNvPr id="0" name=""/>
        <dsp:cNvSpPr/>
      </dsp:nvSpPr>
      <dsp:spPr>
        <a:xfrm>
          <a:off x="6498313" y="1232350"/>
          <a:ext cx="1047156" cy="1047156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5"/>
          <a:srcRect/>
          <a:stretch>
            <a:fillRect l="-5000" r="-5000"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79F096-D03C-4976-A189-D90C73112D2A}">
      <dsp:nvSpPr>
        <dsp:cNvPr id="0" name=""/>
        <dsp:cNvSpPr/>
      </dsp:nvSpPr>
      <dsp:spPr>
        <a:xfrm>
          <a:off x="6668780" y="1860644"/>
          <a:ext cx="1047156" cy="10471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Share</a:t>
          </a:r>
          <a:endParaRPr lang="zh-CN" altLang="en-US" sz="12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900" kern="1200" dirty="0"/>
            <a:t>Share with Public</a:t>
          </a:r>
          <a:endParaRPr lang="zh-CN" altLang="en-US" sz="900" kern="1200" dirty="0"/>
        </a:p>
      </dsp:txBody>
      <dsp:txXfrm>
        <a:off x="6699450" y="1891314"/>
        <a:ext cx="985816" cy="9858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6C520B4-85AA-9542-8CF7-3D2DDCE6041D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696913"/>
            <a:ext cx="55784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6507943-197E-CE46-82F0-5A323A24AE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7943-197E-CE46-82F0-5A323A24A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0193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04FD5-CE3B-8E57-75FA-2A69DA26C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6FE94-2F8E-7B32-13BF-3DE8E8260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966AC-214D-9875-CA73-42E7EC13B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64AFE-9D8A-D14C-46DE-A87B07D9F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7943-197E-CE46-82F0-5A323A24A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412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B8AED-F5C8-62C9-66CC-7ACC7CE28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B2B23-4A06-282B-19CA-4503B52B4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8CE0EA-AF35-B162-453F-D98B9908D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2E2AA-FAAB-9140-ABEC-2DF534E329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7943-197E-CE46-82F0-5A323A24A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5626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07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2276-8822-48E0-827C-9B687448FBD4}" type="datetime1">
              <a:rPr lang="en-US" smtClean="0"/>
              <a:t>11/4/2025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54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7484-9EBD-4C2B-A89A-769ACE5C9E92}" type="datetime1">
              <a:rPr lang="en-US" smtClean="0"/>
              <a:t>11/4/2025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51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4529-4811-4D8F-A568-858DBBA149F6}" type="datetime1">
              <a:rPr lang="en-US" smtClean="0"/>
              <a:t>11/4/2025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9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F59C6-93CB-442B-9BA7-29471B9A936F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80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211E4-39CE-412F-8542-F1BCB19F860C}" type="datetime1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9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A7471-1F8D-4433-80A6-DC6E9976319D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44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A03ED-9E94-4A6B-9795-09538D3BE1B7}" type="datetime1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38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2128CDD8-E440-472D-8126-3DC9FAF58FB5}" type="datetime1">
              <a:rPr lang="en-US" smtClean="0"/>
              <a:t>11/4/2025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02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B760-8539-4493-B9C9-ED90FDBBCC80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84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E438E-2AA2-4269-BE09-F64F37272CC7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08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E4893-7BF5-4E16-932C-68B6957FB9CD}" type="datetime1">
              <a:rPr lang="en-US" smtClean="0"/>
              <a:t>11/4/2025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55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F9BB-97E2-4F5E-A9A6-FAC40A4E9E52}" type="datetime1">
              <a:rPr lang="en-US" smtClean="0"/>
              <a:t>11/4/2025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234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16EE0-F357-46ED-94FA-906C52536BC8}" type="datetime1">
              <a:rPr lang="en-US" smtClean="0"/>
              <a:t>11/4/2025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986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55F4-0623-4308-89A4-2EF3C67F970E}" type="datetime1">
              <a:rPr lang="en-US" smtClean="0"/>
              <a:t>11/4/2025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8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C25ED-83A1-4E27-9E45-CB4ECD4F0BBC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04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24F89-8A4A-4667-ACA3-D44E384795DF}" type="datetime1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82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13FE4-A8B1-43D2-900A-0789A75D843A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720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B1E2-CA70-4E33-B1AB-E13FFAB976F0}" type="datetime1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8344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3E20A27F-A940-4DB1-BFA3-6B00386BFBB8}" type="datetime1">
              <a:rPr lang="en-US" smtClean="0"/>
              <a:t>11/4/2025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1408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8B4FF-525C-4739-8620-1BBEF31D3000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851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B1A4-BA96-45DD-B69E-04FB88AA18D4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581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499E-7FB9-4175-B5CC-46A07FADF573}" type="datetime1">
              <a:rPr lang="en-US" smtClean="0"/>
              <a:t>11/4/2025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57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5611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5592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7932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5082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9174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0660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1767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4612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2746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3085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0260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zh-CN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646842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1597820"/>
            <a:ext cx="6995160" cy="110251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4440" y="2914650"/>
            <a:ext cx="576072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F9BB-97E2-4F5E-A9A6-FAC40A4E9E52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090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16EE0-F357-46ED-94FA-906C52536BC8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498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082" y="3305176"/>
            <a:ext cx="6995160" cy="102155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082" y="2180035"/>
            <a:ext cx="6995160" cy="1125140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55F4-0623-4308-89A4-2EF3C67F970E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287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0" y="1200151"/>
            <a:ext cx="3634740" cy="3394472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3380" y="1200151"/>
            <a:ext cx="3634740" cy="3394472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C25ED-83A1-4E27-9E45-CB4ECD4F0BBC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5528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151335"/>
            <a:ext cx="3636169" cy="47982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1480" y="1631156"/>
            <a:ext cx="3636169" cy="2963466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80524" y="1151335"/>
            <a:ext cx="3637598" cy="47982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80524" y="1631156"/>
            <a:ext cx="3637598" cy="2963466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24F89-8A4A-4667-ACA3-D44E384795DF}" type="datetime1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0034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13FE4-A8B1-43D2-900A-0789A75D843A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9790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B1E2-CA70-4E33-B1AB-E13FFAB976F0}" type="datetime1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9164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1" y="204787"/>
            <a:ext cx="2707482" cy="8715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7545" y="204789"/>
            <a:ext cx="4600575" cy="438983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1481" y="1076327"/>
            <a:ext cx="2707482" cy="3518297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A27F-A940-4DB1-BFA3-6B00386BFBB8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6548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059" y="3600450"/>
            <a:ext cx="4937760" cy="425054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13059" y="459581"/>
            <a:ext cx="4937760" cy="308610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3059" y="4025504"/>
            <a:ext cx="4937760" cy="603647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8B4FF-525C-4739-8620-1BBEF31D3000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20223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B1A4-BA96-45DD-B69E-04FB88AA18D4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55861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66460" y="205979"/>
            <a:ext cx="1851660" cy="4388644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1480" y="205979"/>
            <a:ext cx="5417820" cy="4388644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499E-7FB9-4175-B5CC-46A07FADF573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243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96581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53744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09276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535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91312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3982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54841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210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16689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0633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02618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94262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49330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74172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75599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1754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0482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57722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35480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5138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5562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54360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70797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C42EC64-2F82-4549-80F3-4C0D62F7FBE0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30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1E1391E-2A44-4376-9A8A-15039D79744E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505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131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205979"/>
            <a:ext cx="740664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200151"/>
            <a:ext cx="740664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1480" y="4767263"/>
            <a:ext cx="19202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1391E-2A44-4376-9A8A-15039D79744E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11780" y="4767263"/>
            <a:ext cx="26060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97880" y="4767263"/>
            <a:ext cx="19202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246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hf hdr="0" ftr="0" dt="0"/>
  <p:txStyles>
    <p:titleStyle>
      <a:lvl1pPr algn="ctr" defTabSz="411480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610" indent="-308610" algn="l" defTabSz="411480" rtl="0" eaLnBrk="1" latinLnBrk="0" hangingPunct="1">
        <a:spcBef>
          <a:spcPct val="200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655" indent="-257175" algn="l" defTabSz="411480" rtl="0" eaLnBrk="1" latinLnBrk="0" hangingPunct="1">
        <a:spcBef>
          <a:spcPct val="20000"/>
        </a:spcBef>
        <a:buFont typeface="Arial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411480" rtl="0" eaLnBrk="1" latinLnBrk="0" hangingPunct="1">
        <a:spcBef>
          <a:spcPct val="200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41148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41148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15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980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arcgis.com/apps/dashboards/7edefc1970d44b839ebbfd7b45e51e2d" TargetMode="External"/><Relationship Id="rId1" Type="http://schemas.openxmlformats.org/officeDocument/2006/relationships/slideLayout" Target="../slideLayouts/slideLayout5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arcgis.com/apps/dashboards/009d082a54e74019a1568b634869d773" TargetMode="External"/><Relationship Id="rId1" Type="http://schemas.openxmlformats.org/officeDocument/2006/relationships/slideLayout" Target="../slideLayouts/slideLayout5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allasopendata.com/Public-Safety/Police-Incidents/qv6i-rri7/about_data" TargetMode="External"/><Relationship Id="rId1" Type="http://schemas.openxmlformats.org/officeDocument/2006/relationships/slideLayout" Target="../slideLayouts/slideLayout5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isservices-dallasgis.opendata.arcgis.com/datasets/DallasGIS::dallas-2020-census-data/explore?layer=1&amp;location=32.818133%2C-96.732104%2C10.97" TargetMode="External"/><Relationship Id="rId1" Type="http://schemas.openxmlformats.org/officeDocument/2006/relationships/slideLayout" Target="../slideLayouts/slideLayout5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5485B9-8EE1-447A-9C08-F7D6B532A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57176"/>
            <a:ext cx="8229599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A colorful background with waves&#10;&#10;Description automatically generated with medium confidence">
            <a:extLst>
              <a:ext uri="{FF2B5EF4-FFF2-40B4-BE49-F238E27FC236}">
                <a16:creationId xmlns:a16="http://schemas.microsoft.com/office/drawing/2014/main" id="{1734BD9E-DDD5-C150-8BA0-0B1B13AE06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/>
          <a:stretch/>
        </p:blipFill>
        <p:spPr>
          <a:xfrm>
            <a:off x="13" y="257175"/>
            <a:ext cx="8229587" cy="462914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63707F-B98C-4143-AFCF-D6B56C975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990" y="565785"/>
            <a:ext cx="3382366" cy="617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D2DFBB-460D-4ECB-BD76-509C99DAD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18" y="662983"/>
            <a:ext cx="3381337" cy="39078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3439C-E1CA-A039-1552-7B23AB700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060" y="785709"/>
            <a:ext cx="3871767" cy="1831185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rgbClr val="FFFFFF"/>
                </a:solidFill>
              </a:rPr>
              <a:t>WEEK 12</a:t>
            </a:r>
            <a:br>
              <a:rPr lang="en-US" sz="2700" dirty="0">
                <a:solidFill>
                  <a:srgbClr val="FFFFFF"/>
                </a:solidFill>
              </a:rPr>
            </a:br>
            <a:r>
              <a:rPr lang="en-US" altLang="zh-CN" sz="2800" dirty="0"/>
              <a:t>REAL – TIME </a:t>
            </a:r>
            <a:br>
              <a:rPr lang="en-US" altLang="zh-CN" sz="2800" dirty="0"/>
            </a:br>
            <a:r>
              <a:rPr lang="en-US" altLang="zh-CN" sz="2800" dirty="0"/>
              <a:t>dashboards </a:t>
            </a:r>
            <a:br>
              <a:rPr lang="en-US" sz="2700" dirty="0">
                <a:solidFill>
                  <a:srgbClr val="FFFFFF"/>
                </a:solidFill>
              </a:rPr>
            </a:br>
            <a:br>
              <a:rPr lang="en-US" sz="2700" dirty="0">
                <a:solidFill>
                  <a:srgbClr val="FFFFFF"/>
                </a:solidFill>
              </a:rPr>
            </a:br>
            <a:r>
              <a:rPr lang="en-US" sz="2700" dirty="0">
                <a:solidFill>
                  <a:srgbClr val="FFFFFF"/>
                </a:solidFill>
              </a:rPr>
              <a:t>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6AEC8-AD7D-2F2A-F638-325ACB8C9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060" y="2798352"/>
            <a:ext cx="2916154" cy="1537292"/>
          </a:xfrm>
        </p:spPr>
        <p:txBody>
          <a:bodyPr>
            <a:noAutofit/>
          </a:bodyPr>
          <a:lstStyle/>
          <a:p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 Yanan Wu</a:t>
            </a:r>
          </a:p>
          <a:p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890" dirty="0" err="1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</a:t>
            </a:r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2025</a:t>
            </a:r>
          </a:p>
          <a:p>
            <a:endParaRPr lang="en-US" sz="1890" dirty="0">
              <a:solidFill>
                <a:srgbClr val="FFFFFF">
                  <a:alpha val="75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130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1" y="2340066"/>
            <a:ext cx="7626779" cy="22532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5"/>
            <a:ext cx="8229600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999" y="592623"/>
            <a:ext cx="746661" cy="395532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78" y="592621"/>
            <a:ext cx="6723707" cy="24826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58" y="735412"/>
            <a:ext cx="6492542" cy="2247787"/>
          </a:xfrm>
        </p:spPr>
        <p:txBody>
          <a:bodyPr vert="horz" lIns="61722" tIns="30861" rIns="61722" bIns="30861" rtlCol="0" anchor="ctr">
            <a:normAutofit/>
          </a:bodyPr>
          <a:lstStyle/>
          <a:p>
            <a:r>
              <a:rPr lang="en-US" sz="4050" dirty="0">
                <a:solidFill>
                  <a:srgbClr val="FFFFFF"/>
                </a:solidFill>
              </a:rPr>
              <a:t>12.1 </a:t>
            </a:r>
            <a:br>
              <a:rPr lang="en-US" sz="4050" dirty="0">
                <a:solidFill>
                  <a:srgbClr val="FFFFFF"/>
                </a:solidFill>
              </a:rPr>
            </a:br>
            <a:r>
              <a:rPr lang="en-US" altLang="zh-CN" sz="4050" dirty="0">
                <a:solidFill>
                  <a:srgbClr val="FFFFFF"/>
                </a:solidFill>
              </a:rPr>
              <a:t>ARCGIS DASHBOARD</a:t>
            </a:r>
            <a:endParaRPr lang="en-US" sz="4050" dirty="0">
              <a:solidFill>
                <a:srgbClr val="FFFFFF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33" y="3149018"/>
            <a:ext cx="6723753" cy="1398925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51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BB56EB9-078F-4952-AC1F-149C7A0A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2296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772EE4-ED5E-4D3A-A306-B22CF8667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450900"/>
            <a:ext cx="2499741" cy="43420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62693E-0921-D352-11E4-ED0F91D05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789" y="708564"/>
            <a:ext cx="2199835" cy="1097019"/>
          </a:xfrm>
        </p:spPr>
        <p:txBody>
          <a:bodyPr>
            <a:normAutofit/>
          </a:bodyPr>
          <a:lstStyle/>
          <a:p>
            <a:r>
              <a:rPr lang="en-US" altLang="zh-CN">
                <a:solidFill>
                  <a:srgbClr val="FFFFFF"/>
                </a:solidFill>
              </a:rPr>
              <a:t>Arcgis dashboard gallery</a:t>
            </a: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058680-D07C-4893-B2B7-91543F18A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342900"/>
            <a:ext cx="2499741" cy="7124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42427A-0A1F-4A55-8705-D9179F1E0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E54A6FE-D8CB-48A3-900B-053D4EBD3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340232"/>
            <a:ext cx="2499741" cy="7391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05DD9-A522-7924-BCA4-F2C3C0CE4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271" y="1902023"/>
            <a:ext cx="2108553" cy="2753952"/>
          </a:xfrm>
        </p:spPr>
        <p:txBody>
          <a:bodyPr anchor="t">
            <a:normAutofit/>
          </a:bodyPr>
          <a:lstStyle/>
          <a:p>
            <a:r>
              <a:rPr lang="en-US" altLang="zh-CN" dirty="0">
                <a:solidFill>
                  <a:srgbClr val="FFFFFF"/>
                </a:solidFill>
              </a:rPr>
              <a:t>https://www.arcgis.com/apps/dashboards/7edefc1970d44b839ebbfd7b45e51e2d</a:t>
            </a:r>
            <a:endParaRPr lang="zh-CN" altLang="en-US" dirty="0">
              <a:solidFill>
                <a:srgbClr val="FFFFFF"/>
              </a:solidFill>
            </a:endParaRPr>
          </a:p>
          <a:p>
            <a:endParaRPr lang="zh-CN" altLang="en-US"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hlinkClick r:id="rId2"/>
            <a:extLst>
              <a:ext uri="{FF2B5EF4-FFF2-40B4-BE49-F238E27FC236}">
                <a16:creationId xmlns:a16="http://schemas.microsoft.com/office/drawing/2014/main" id="{4B88B11E-D911-F4DC-6864-CDA443C183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28" r="40181" b="1"/>
          <a:stretch>
            <a:fillRect/>
          </a:stretch>
        </p:blipFill>
        <p:spPr>
          <a:xfrm>
            <a:off x="2863235" y="450900"/>
            <a:ext cx="5064954" cy="434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755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58B40-2ACB-D3AD-F3A5-C3D2203C0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446324"/>
            <a:ext cx="7444991" cy="431326"/>
          </a:xfrm>
        </p:spPr>
        <p:txBody>
          <a:bodyPr/>
          <a:lstStyle/>
          <a:p>
            <a:r>
              <a:rPr lang="en-US" dirty="0"/>
              <a:t>Real-time data in </a:t>
            </a:r>
            <a:r>
              <a:rPr lang="en-US" dirty="0" err="1"/>
              <a:t>arcgis</a:t>
            </a:r>
            <a:r>
              <a:rPr lang="en-US" dirty="0"/>
              <a:t> dashboard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C236AA0-8877-0D7A-0A26-F0C4698910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6082479"/>
              </p:ext>
            </p:extLst>
          </p:nvPr>
        </p:nvGraphicFramePr>
        <p:xfrm>
          <a:off x="392305" y="1003348"/>
          <a:ext cx="7720417" cy="4140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0074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FCBD-4BE4-907E-8744-7358D18EA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48743"/>
          </a:xfrm>
        </p:spPr>
        <p:txBody>
          <a:bodyPr/>
          <a:lstStyle/>
          <a:p>
            <a:r>
              <a:rPr lang="en-US" dirty="0"/>
              <a:t>POLICE INCIDENTS PROJECT</a:t>
            </a:r>
          </a:p>
        </p:txBody>
      </p:sp>
      <p:pic>
        <p:nvPicPr>
          <p:cNvPr id="5" name="Content Placeholder 4">
            <a:hlinkClick r:id="rId2"/>
            <a:extLst>
              <a:ext uri="{FF2B5EF4-FFF2-40B4-BE49-F238E27FC236}">
                <a16:creationId xmlns:a16="http://schemas.microsoft.com/office/drawing/2014/main" id="{E65AD96E-3BEA-FE6D-91E3-8463B3431D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2938" y="1185112"/>
            <a:ext cx="6503723" cy="3309851"/>
          </a:xfrm>
        </p:spPr>
      </p:pic>
    </p:spTree>
    <p:extLst>
      <p:ext uri="{BB962C8B-B14F-4D97-AF65-F5344CB8AC3E}">
        <p14:creationId xmlns:p14="http://schemas.microsoft.com/office/powerpoint/2010/main" val="2911081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81A444-859B-300A-2D6C-AE223316E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32F4EDE3-7C61-55FB-6B1D-21F583537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6E11B37-83B5-30E6-85EB-4346FCA4C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D4F2954-33D0-D4E0-7562-236E3FFDA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30E1236-042B-E5F4-14F8-4D204A467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1" y="2340066"/>
            <a:ext cx="7626779" cy="22532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CA2B3BF-582D-BE3D-13AC-3FA0C3C62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5"/>
            <a:ext cx="8229600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9157F9C-1553-9C4F-86FB-C47BA92E2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999" y="592623"/>
            <a:ext cx="746661" cy="395532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79FFE7E-A2BA-7096-156B-8F81515FF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78" y="592621"/>
            <a:ext cx="6723707" cy="24826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E8B75-8824-CFAD-2C97-E72465143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58" y="735412"/>
            <a:ext cx="6492542" cy="2247787"/>
          </a:xfrm>
        </p:spPr>
        <p:txBody>
          <a:bodyPr vert="horz" lIns="61722" tIns="30861" rIns="61722" bIns="30861" rtlCol="0" anchor="ctr">
            <a:normAutofit/>
          </a:bodyPr>
          <a:lstStyle/>
          <a:p>
            <a:r>
              <a:rPr lang="en-US" sz="4050" dirty="0">
                <a:solidFill>
                  <a:srgbClr val="FFFFFF"/>
                </a:solidFill>
              </a:rPr>
              <a:t>12.2 </a:t>
            </a:r>
            <a:br>
              <a:rPr lang="en-US" sz="4050" dirty="0">
                <a:solidFill>
                  <a:srgbClr val="FFFFFF"/>
                </a:solidFill>
              </a:rPr>
            </a:br>
            <a:r>
              <a:rPr lang="en-US" altLang="zh-CN" sz="4050" dirty="0">
                <a:solidFill>
                  <a:srgbClr val="FFFFFF"/>
                </a:solidFill>
              </a:rPr>
              <a:t>data</a:t>
            </a:r>
            <a:endParaRPr lang="en-US" sz="4050" dirty="0">
              <a:solidFill>
                <a:srgbClr val="FFFFFF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1CDC980-6E7B-3E88-AE33-83B6A7814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33" y="3149018"/>
            <a:ext cx="6723753" cy="1398925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066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132DC-98E4-25B4-2B72-EABB3D751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448240"/>
            <a:ext cx="7444991" cy="527120"/>
          </a:xfrm>
        </p:spPr>
        <p:txBody>
          <a:bodyPr>
            <a:noAutofit/>
          </a:bodyPr>
          <a:lstStyle/>
          <a:p>
            <a:r>
              <a:rPr lang="en-US" sz="2800" dirty="0" err="1"/>
              <a:t>dATA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C83AE-313F-2C74-5526-2AAB266BB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86" y="1132733"/>
            <a:ext cx="7444990" cy="330863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hlinkClick r:id="rId2"/>
              </a:rPr>
              <a:t>Police Incidents Data</a:t>
            </a:r>
            <a:endParaRPr lang="en-US" sz="2400" dirty="0"/>
          </a:p>
          <a:p>
            <a:pPr marL="675900" lvl="1" indent="-457200">
              <a:buFont typeface="+mj-lt"/>
              <a:buAutoNum type="arabicParenR"/>
            </a:pPr>
            <a:r>
              <a:rPr lang="en-US" sz="2265" dirty="0"/>
              <a:t>Shapefile, Feature Class/Service.</a:t>
            </a:r>
          </a:p>
          <a:p>
            <a:pPr marL="675900" lvl="1" indent="-457200">
              <a:buFont typeface="+mj-lt"/>
              <a:buAutoNum type="arabicParenR"/>
            </a:pPr>
            <a:r>
              <a:rPr lang="en-US" sz="2265" dirty="0"/>
              <a:t>CSV (</a:t>
            </a:r>
            <a:r>
              <a:rPr lang="en-US" sz="2265" dirty="0" err="1"/>
              <a:t>lat</a:t>
            </a:r>
            <a:r>
              <a:rPr lang="en-US" sz="2265" dirty="0"/>
              <a:t>/long).</a:t>
            </a:r>
          </a:p>
          <a:p>
            <a:pPr marL="675900" lvl="1" indent="-457200">
              <a:buFont typeface="+mj-lt"/>
              <a:buAutoNum type="arabicParenR"/>
            </a:pPr>
            <a:r>
              <a:rPr lang="en-US" sz="2265" dirty="0"/>
              <a:t>API (JSON).</a:t>
            </a:r>
          </a:p>
          <a:p>
            <a:pPr marL="675900" lvl="1" indent="-457200">
              <a:buFont typeface="+mj-lt"/>
              <a:buAutoNum type="arabicParenR"/>
            </a:pPr>
            <a:endParaRPr lang="en-US" sz="2265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40231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38D59-8EE8-2DA8-8BA0-C2009DABC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40034"/>
          </a:xfrm>
        </p:spPr>
        <p:txBody>
          <a:bodyPr>
            <a:normAutofit/>
          </a:bodyPr>
          <a:lstStyle/>
          <a:p>
            <a:r>
              <a:rPr lang="en-US" sz="2000" dirty="0"/>
              <a:t>Pros and cons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515CA-69B6-5A33-9B4E-E74C0AFA1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6" y="1208817"/>
            <a:ext cx="7444990" cy="3537354"/>
          </a:xfrm>
        </p:spPr>
        <p:txBody>
          <a:bodyPr>
            <a:normAutofit fontScale="92500" lnSpcReduction="20000"/>
          </a:bodyPr>
          <a:lstStyle/>
          <a:p>
            <a:pPr marL="675900" lvl="1" indent="-457200">
              <a:buFont typeface="+mj-lt"/>
              <a:buAutoNum type="arabicParenR"/>
            </a:pPr>
            <a:r>
              <a:rPr lang="en-US" sz="2265" dirty="0"/>
              <a:t>Shapefile, Feature Class/Service.</a:t>
            </a:r>
          </a:p>
          <a:p>
            <a:pPr marL="858150" lvl="2" indent="-457200">
              <a:buFont typeface="Wingdings" panose="05000000000000000000" pitchFamily="2" charset="2"/>
              <a:buChar char="ü"/>
            </a:pPr>
            <a:r>
              <a:rPr lang="en-US" sz="2130" dirty="0"/>
              <a:t>GIS – Ready format</a:t>
            </a:r>
          </a:p>
          <a:p>
            <a:pPr marL="858150" lvl="2" indent="-457200">
              <a:buFont typeface="Wingdings" panose="05000000000000000000" pitchFamily="2" charset="2"/>
              <a:buChar char="ü"/>
            </a:pPr>
            <a:r>
              <a:rPr lang="en-US" sz="2130" dirty="0"/>
              <a:t>Need GIS knowledge to process data</a:t>
            </a:r>
          </a:p>
          <a:p>
            <a:pPr marL="675900" lvl="1" indent="-457200">
              <a:buFont typeface="+mj-lt"/>
              <a:buAutoNum type="arabicParenR"/>
            </a:pPr>
            <a:r>
              <a:rPr lang="en-US" sz="2265" dirty="0"/>
              <a:t>CSV (</a:t>
            </a:r>
            <a:r>
              <a:rPr lang="en-US" sz="2265" dirty="0" err="1"/>
              <a:t>lat</a:t>
            </a:r>
            <a:r>
              <a:rPr lang="en-US" sz="2265" dirty="0"/>
              <a:t>/long).</a:t>
            </a:r>
          </a:p>
          <a:p>
            <a:pPr marL="858150" lvl="2" indent="-457200">
              <a:buFont typeface="Wingdings" panose="05000000000000000000" pitchFamily="2" charset="2"/>
              <a:buChar char="ü"/>
            </a:pPr>
            <a:r>
              <a:rPr lang="en-US" sz="2200" dirty="0"/>
              <a:t>Easy to understand</a:t>
            </a:r>
          </a:p>
          <a:p>
            <a:pPr marL="858150" lvl="2" indent="-457200">
              <a:buFont typeface="Wingdings" panose="05000000000000000000" pitchFamily="2" charset="2"/>
              <a:buChar char="ü"/>
            </a:pPr>
            <a:r>
              <a:rPr lang="en-US" sz="2200" dirty="0"/>
              <a:t>Can take a long time to download large datasets</a:t>
            </a:r>
          </a:p>
          <a:p>
            <a:pPr marL="675900" lvl="1" indent="-457200">
              <a:buFont typeface="+mj-lt"/>
              <a:buAutoNum type="arabicParenR"/>
            </a:pPr>
            <a:r>
              <a:rPr lang="en-US" sz="2265" dirty="0"/>
              <a:t>API (JSON).</a:t>
            </a:r>
          </a:p>
          <a:p>
            <a:pPr marL="858150" lvl="2" indent="-457200">
              <a:buFont typeface="Wingdings" panose="05000000000000000000" pitchFamily="2" charset="2"/>
              <a:buChar char="ü"/>
            </a:pPr>
            <a:r>
              <a:rPr lang="en-US" sz="2130" dirty="0"/>
              <a:t>Easy to download and filter data dynamically</a:t>
            </a:r>
          </a:p>
          <a:p>
            <a:pPr marL="858150" lvl="2" indent="-457200">
              <a:buFont typeface="Wingdings" panose="05000000000000000000" pitchFamily="2" charset="2"/>
              <a:buChar char="ü"/>
            </a:pPr>
            <a:r>
              <a:rPr lang="en-US" sz="2130" dirty="0"/>
              <a:t>Need Programming Skills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351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D2527-CF75-4CF2-EA64-D594A177B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74869"/>
          </a:xfrm>
        </p:spPr>
        <p:txBody>
          <a:bodyPr>
            <a:normAutofit/>
          </a:bodyPr>
          <a:lstStyle/>
          <a:p>
            <a:r>
              <a:rPr lang="en-US" sz="2400" dirty="0"/>
              <a:t>Practice 1: get data using </a:t>
            </a:r>
            <a:r>
              <a:rPr lang="en-US" sz="2400" dirty="0" err="1"/>
              <a:t>api</a:t>
            </a:r>
            <a:endParaRPr lang="en-US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20E432-C69E-A71F-4D6B-7E161B4822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8939" y="1001486"/>
            <a:ext cx="3435531" cy="394692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F88B14-CAB3-7509-FE2A-CCA83ACB5989}"/>
              </a:ext>
            </a:extLst>
          </p:cNvPr>
          <p:cNvSpPr txBox="1"/>
          <p:nvPr/>
        </p:nvSpPr>
        <p:spPr>
          <a:xfrm>
            <a:off x="104502" y="1532709"/>
            <a:ext cx="3675017" cy="2047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8150" lvl="2" indent="-457200" defTabSz="308610">
              <a:lnSpc>
                <a:spcPct val="8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is the difference between SODA3 and SODA2?</a:t>
            </a:r>
          </a:p>
          <a:p>
            <a:pPr marL="858150" lvl="2" indent="-457200" defTabSz="308610">
              <a:lnSpc>
                <a:spcPct val="8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58150" lvl="2" indent="-457200" defTabSz="308610">
              <a:lnSpc>
                <a:spcPct val="8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Check the structure of JSON file from API endpoint</a:t>
            </a:r>
          </a:p>
        </p:txBody>
      </p:sp>
    </p:spTree>
    <p:extLst>
      <p:ext uri="{BB962C8B-B14F-4D97-AF65-F5344CB8AC3E}">
        <p14:creationId xmlns:p14="http://schemas.microsoft.com/office/powerpoint/2010/main" val="2128488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47DEAE-2D2B-E467-330D-1BA52BD7B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D6D4761-32E1-B7FC-2383-31B54D07E1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FEA16DF-4FE9-32E0-849F-B590F82C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B682C3A-AA59-DF35-CA19-93EDBD163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F9B63C8-8162-9C25-7215-2D54ACEA2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1" y="2340066"/>
            <a:ext cx="7626779" cy="22532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728E924-C073-4CC0-EAB6-E720ACFB6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5"/>
            <a:ext cx="8229600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B82420B-15F3-024F-DFC5-305301B76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999" y="592623"/>
            <a:ext cx="746661" cy="395532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E2E2587-EFBB-09DB-9A0C-E4CFE5A24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78" y="592621"/>
            <a:ext cx="6723707" cy="24826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A63BCF-2372-AF73-88A6-9D748F7ED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58" y="735412"/>
            <a:ext cx="6492542" cy="2247787"/>
          </a:xfrm>
        </p:spPr>
        <p:txBody>
          <a:bodyPr vert="horz" lIns="61722" tIns="30861" rIns="61722" bIns="30861" rtlCol="0" anchor="ctr">
            <a:normAutofit/>
          </a:bodyPr>
          <a:lstStyle/>
          <a:p>
            <a:r>
              <a:rPr lang="en-US" sz="4050" dirty="0">
                <a:solidFill>
                  <a:srgbClr val="FFFFFF"/>
                </a:solidFill>
              </a:rPr>
              <a:t>12.2 </a:t>
            </a:r>
            <a:br>
              <a:rPr lang="en-US" sz="4050" dirty="0">
                <a:solidFill>
                  <a:srgbClr val="FFFFFF"/>
                </a:solidFill>
              </a:rPr>
            </a:br>
            <a:r>
              <a:rPr lang="en-US" altLang="zh-CN" sz="4050" dirty="0">
                <a:solidFill>
                  <a:srgbClr val="FFFFFF"/>
                </a:solidFill>
              </a:rPr>
              <a:t>data cleaning</a:t>
            </a:r>
            <a:endParaRPr lang="en-US" sz="4050" dirty="0">
              <a:solidFill>
                <a:srgbClr val="FFFFFF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68213D4-45E7-71FB-1F71-61FB4CD5A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33" y="3149018"/>
            <a:ext cx="6723753" cy="1398925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473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BCC19-24B1-4F1B-9FFD-F6EE9E6A4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4" y="526617"/>
            <a:ext cx="7444991" cy="453097"/>
          </a:xfrm>
        </p:spPr>
        <p:txBody>
          <a:bodyPr>
            <a:normAutofit fontScale="90000"/>
          </a:bodyPr>
          <a:lstStyle/>
          <a:p>
            <a:r>
              <a:rPr lang="en-US" altLang="zh-CN" sz="2800" dirty="0"/>
              <a:t>DATA CLEANING</a:t>
            </a:r>
            <a:endParaRPr lang="zh-CN" altLang="en-US" sz="2800" dirty="0"/>
          </a:p>
        </p:txBody>
      </p:sp>
      <p:pic>
        <p:nvPicPr>
          <p:cNvPr id="2050" name="Picture 2" descr="Mastering the Art of Data Cleaning in Python">
            <a:extLst>
              <a:ext uri="{FF2B5EF4-FFF2-40B4-BE49-F238E27FC236}">
                <a16:creationId xmlns:a16="http://schemas.microsoft.com/office/drawing/2014/main" id="{E0C7369E-AA2B-01FA-3582-D02B0DF32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126" y="631370"/>
            <a:ext cx="3466920" cy="436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BC9E58-4BCE-2338-CAF2-383E3012BBD1}"/>
              </a:ext>
            </a:extLst>
          </p:cNvPr>
          <p:cNvSpPr txBox="1"/>
          <p:nvPr/>
        </p:nvSpPr>
        <p:spPr>
          <a:xfrm>
            <a:off x="264554" y="1260792"/>
            <a:ext cx="4114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001D35"/>
                </a:solidFill>
                <a:effectLst/>
              </a:rPr>
              <a:t>A process of identifying, correcting, and removing errors, inconsistencies, duplicates, or irrelevant entries from a dataset to improve its quality and ensure it is accurate, complete, and usable for analysis.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65765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BB64A-788A-DFDB-DC29-42B5A9C37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74869"/>
          </a:xfrm>
        </p:spPr>
        <p:txBody>
          <a:bodyPr/>
          <a:lstStyle/>
          <a:p>
            <a:r>
              <a:rPr lang="en-US" sz="2400" dirty="0"/>
              <a:t>Practice 2: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5799-FC2F-F1C8-11C6-E63905341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235" y="1208817"/>
            <a:ext cx="4153571" cy="2725865"/>
          </a:xfrm>
        </p:spPr>
        <p:txBody>
          <a:bodyPr>
            <a:normAutofit/>
          </a:bodyPr>
          <a:lstStyle/>
          <a:p>
            <a:r>
              <a:rPr lang="en-US" sz="2000" dirty="0"/>
              <a:t>Data Type Conversation</a:t>
            </a:r>
          </a:p>
          <a:p>
            <a:pPr marL="447300" lvl="1" indent="-228600">
              <a:buFont typeface="+mj-lt"/>
              <a:buAutoNum type="alphaLcParenR"/>
            </a:pPr>
            <a:r>
              <a:rPr lang="en-US" sz="2000" dirty="0"/>
              <a:t>Text to </a:t>
            </a:r>
            <a:r>
              <a:rPr lang="en-US" sz="2000" dirty="0" err="1"/>
              <a:t>DateTime</a:t>
            </a:r>
            <a:endParaRPr lang="en-US" sz="2000" dirty="0"/>
          </a:p>
          <a:p>
            <a:r>
              <a:rPr lang="en-US" sz="2000" dirty="0"/>
              <a:t>Select Desired Column</a:t>
            </a:r>
          </a:p>
          <a:p>
            <a:r>
              <a:rPr lang="en-US" sz="2000" dirty="0"/>
              <a:t>Rewrite value for Column</a:t>
            </a:r>
          </a:p>
          <a:p>
            <a:pPr marL="675900" lvl="1" indent="-457200">
              <a:buFont typeface="+mj-lt"/>
              <a:buAutoNum type="alphaLcParenR"/>
            </a:pPr>
            <a:endParaRPr lang="en-US" sz="1865" dirty="0"/>
          </a:p>
        </p:txBody>
      </p:sp>
    </p:spTree>
    <p:extLst>
      <p:ext uri="{BB962C8B-B14F-4D97-AF65-F5344CB8AC3E}">
        <p14:creationId xmlns:p14="http://schemas.microsoft.com/office/powerpoint/2010/main" val="2961525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52DEF-E2DE-464B-EE61-E1F3B97A0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61262"/>
          </a:xfrm>
        </p:spPr>
        <p:txBody>
          <a:bodyPr/>
          <a:lstStyle/>
          <a:p>
            <a:r>
              <a:rPr lang="en-US" altLang="zh-CN" dirty="0"/>
              <a:t>Google </a:t>
            </a:r>
            <a:r>
              <a:rPr lang="en-US" altLang="zh-CN" dirty="0" err="1"/>
              <a:t>colab</a:t>
            </a:r>
            <a:r>
              <a:rPr lang="en-US" altLang="zh-CN" dirty="0"/>
              <a:t> to google drive</a:t>
            </a:r>
            <a:endParaRPr lang="zh-CN" altLang="en-US" dirty="0"/>
          </a:p>
        </p:txBody>
      </p:sp>
      <p:pic>
        <p:nvPicPr>
          <p:cNvPr id="7" name="Content Placeholder 6">
            <a:hlinkClick r:id="rId2"/>
            <a:extLst>
              <a:ext uri="{FF2B5EF4-FFF2-40B4-BE49-F238E27FC236}">
                <a16:creationId xmlns:a16="http://schemas.microsoft.com/office/drawing/2014/main" id="{23210674-D99C-8558-AD80-30C778AF0D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5262" y="1226385"/>
            <a:ext cx="6679075" cy="345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23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3799C-0D4C-7828-A20D-B669777B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518412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Practice 3</a:t>
            </a:r>
            <a:endParaRPr lang="zh-CN" alt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CDD70-A00C-CE94-A67A-56E3EC85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6" y="1164383"/>
            <a:ext cx="7444990" cy="2396964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Aggregate points to census tracts</a:t>
            </a:r>
          </a:p>
          <a:p>
            <a:pPr marL="675900" lvl="1" indent="-457200">
              <a:buFont typeface="+mj-lt"/>
              <a:buAutoNum type="arabicPeriod"/>
            </a:pPr>
            <a:r>
              <a:rPr lang="en-US" altLang="zh-CN" sz="2000" dirty="0"/>
              <a:t>Download census tract from GIS Data Portal</a:t>
            </a:r>
          </a:p>
          <a:p>
            <a:pPr marL="675900" lvl="1" indent="-457200">
              <a:buFont typeface="+mj-lt"/>
              <a:buAutoNum type="arabicPeriod"/>
            </a:pPr>
            <a:r>
              <a:rPr lang="en-US" altLang="zh-CN" sz="2000" dirty="0"/>
              <a:t>Upload Census Tract Data into Google Drive</a:t>
            </a:r>
          </a:p>
          <a:p>
            <a:pPr marL="675900" lvl="1" indent="-457200">
              <a:buFont typeface="+mj-lt"/>
              <a:buAutoNum type="arabicPeriod"/>
            </a:pPr>
            <a:r>
              <a:rPr lang="en-US" altLang="zh-CN" sz="2265" dirty="0"/>
              <a:t>Connect Google Colab to Google Drive</a:t>
            </a:r>
          </a:p>
          <a:p>
            <a:pPr marL="675900" lvl="1" indent="-457200">
              <a:buFont typeface="+mj-lt"/>
              <a:buAutoNum type="arabicPeriod"/>
            </a:pPr>
            <a:r>
              <a:rPr lang="en-US" altLang="zh-CN" sz="2265" dirty="0"/>
              <a:t>Aggregate Points to Census Tracts</a:t>
            </a:r>
            <a:endParaRPr lang="zh-CN" altLang="en-US" sz="2265" dirty="0"/>
          </a:p>
        </p:txBody>
      </p:sp>
    </p:spTree>
    <p:extLst>
      <p:ext uri="{BB962C8B-B14F-4D97-AF65-F5344CB8AC3E}">
        <p14:creationId xmlns:p14="http://schemas.microsoft.com/office/powerpoint/2010/main" val="162945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3C9EAE-E5B7-4784-94CD-D062E17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DE135F-68C6-4911-85BA-92ABB3F9F85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2400" y="4275667"/>
            <a:ext cx="5915025" cy="75819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DF13BC-3A5F-4415-94E6-85FAF42998C9}"/>
              </a:ext>
            </a:extLst>
          </p:cNvPr>
          <p:cNvCxnSpPr/>
          <p:nvPr/>
        </p:nvCxnSpPr>
        <p:spPr>
          <a:xfrm>
            <a:off x="152400" y="4182575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715CAA6-EF94-E586-703D-905805CAE460}"/>
              </a:ext>
            </a:extLst>
          </p:cNvPr>
          <p:cNvSpPr txBox="1"/>
          <p:nvPr/>
        </p:nvSpPr>
        <p:spPr>
          <a:xfrm>
            <a:off x="2007555" y="1712275"/>
            <a:ext cx="4778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Lab Session this Thursday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635223018"/>
      </p:ext>
    </p:extLst>
  </p:cSld>
  <p:clrMapOvr>
    <a:masterClrMapping/>
  </p:clrMapOvr>
</p:sld>
</file>

<file path=ppt/theme/theme1.xml><?xml version="1.0" encoding="utf-8"?>
<a:theme xmlns:a="http://schemas.openxmlformats.org/drawingml/2006/main" name="5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3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1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7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6.xml><?xml version="1.0" encoding="utf-8"?>
<a:theme xmlns:a="http://schemas.openxmlformats.org/drawingml/2006/main" name="8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Lecture05_GEOG3319_Receivers</Template>
  <TotalTime>6738</TotalTime>
  <Words>283</Words>
  <Application>Microsoft Office PowerPoint</Application>
  <PresentationFormat>Custom</PresentationFormat>
  <Paragraphs>63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Arial Black</vt:lpstr>
      <vt:lpstr>Calibri</vt:lpstr>
      <vt:lpstr>Wingdings</vt:lpstr>
      <vt:lpstr>Wingdings 2</vt:lpstr>
      <vt:lpstr>5_DividendVTI</vt:lpstr>
      <vt:lpstr>3_DividendVTI</vt:lpstr>
      <vt:lpstr>1_DividendVTI</vt:lpstr>
      <vt:lpstr>Office Theme</vt:lpstr>
      <vt:lpstr>7_DividendVTI</vt:lpstr>
      <vt:lpstr>8_DividendVTI</vt:lpstr>
      <vt:lpstr>WEEK 12 REAL – TIME  dashboards   lecture</vt:lpstr>
      <vt:lpstr>12.1  ARCGIS DASHBOARD</vt:lpstr>
      <vt:lpstr>Arcgis dashboard gallery</vt:lpstr>
      <vt:lpstr>Real-time data in arcgis dashboard</vt:lpstr>
      <vt:lpstr>POLICE INCIDENTS PROJECT</vt:lpstr>
      <vt:lpstr>12.2  data</vt:lpstr>
      <vt:lpstr>dATA</vt:lpstr>
      <vt:lpstr>Pros and cons of data</vt:lpstr>
      <vt:lpstr>Practice 1: get data using api</vt:lpstr>
      <vt:lpstr>12.2  data cleaning</vt:lpstr>
      <vt:lpstr>DATA CLEANING</vt:lpstr>
      <vt:lpstr>Practice 2: data cleaning</vt:lpstr>
      <vt:lpstr>Google colab to google drive</vt:lpstr>
      <vt:lpstr>Practice 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Geographic Field Techniques</dc:title>
  <dc:creator>Yaqian He</dc:creator>
  <cp:lastModifiedBy>Yanan Wu</cp:lastModifiedBy>
  <cp:revision>210</cp:revision>
  <dcterms:created xsi:type="dcterms:W3CDTF">2020-07-26T21:20:11Z</dcterms:created>
  <dcterms:modified xsi:type="dcterms:W3CDTF">2025-11-04T20:23:53Z</dcterms:modified>
</cp:coreProperties>
</file>