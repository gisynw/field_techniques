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4" r:id="rId3"/>
    <p:sldMasterId id="2147483697" r:id="rId4"/>
  </p:sldMasterIdLst>
  <p:notesMasterIdLst>
    <p:notesMasterId r:id="rId10"/>
  </p:notesMasterIdLst>
  <p:sldIdLst>
    <p:sldId id="914" r:id="rId5"/>
    <p:sldId id="1647" r:id="rId6"/>
    <p:sldId id="1648" r:id="rId7"/>
    <p:sldId id="1649" r:id="rId8"/>
    <p:sldId id="270" r:id="rId9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69" autoAdjust="0"/>
  </p:normalViewPr>
  <p:slideViewPr>
    <p:cSldViewPr snapToGrid="0" snapToObjects="1">
      <p:cViewPr varScale="1">
        <p:scale>
          <a:sx n="146" d="100"/>
          <a:sy n="146" d="100"/>
        </p:scale>
        <p:origin x="1014" y="114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9/15/2025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6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9/15/2025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2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9/15/2025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5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45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1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9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7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9/15/2025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0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0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83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9/15/2025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26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9/15/2025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3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9/15/2025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54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9/15/2025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68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61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6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56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9/15/2025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780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96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9/15/2025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86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314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94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34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8080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62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263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9317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656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880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097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8568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7644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7809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141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3550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717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080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980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501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3730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12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2646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849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3088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153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754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3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990" y="672325"/>
            <a:ext cx="3846545" cy="199767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04 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 err="1">
                <a:solidFill>
                  <a:srgbClr val="FFFFFF"/>
                </a:solidFill>
              </a:rPr>
              <a:t>arcgis</a:t>
            </a:r>
            <a:r>
              <a:rPr lang="en-US" sz="2700" dirty="0">
                <a:solidFill>
                  <a:srgbClr val="FFFFFF"/>
                </a:solidFill>
              </a:rPr>
              <a:t> field map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018" y="300009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4.1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introduction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76BE-052B-BF9B-5F0E-AE0378EDB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59629"/>
          </a:xfrm>
        </p:spPr>
        <p:txBody>
          <a:bodyPr/>
          <a:lstStyle/>
          <a:p>
            <a:r>
              <a:rPr lang="en-US" altLang="zh-CN" dirty="0"/>
              <a:t>Response web-map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00E3-4113-4749-7EF7-012E7EEE9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834" y="1279221"/>
            <a:ext cx="6792686" cy="30906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/>
              <a:t>Browser-based web apps generally require an internet connection to function adequately, but when connected with sufficient bandwidth, they can effectively deliver and collect data from the field.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Designed to adjust their layouts to accommodate the smaller screen sizes of mobile devices, ensuring a smooth user experience for field operations. 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They are commonly used for data review in office settings using desktop browsers. 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This versatility makes web apps a crucial component of the Mobile GIS workflow and an important option for field use.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7083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DCA2-F853-5F77-468E-98F0E2B1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13909"/>
          </a:xfrm>
        </p:spPr>
        <p:txBody>
          <a:bodyPr/>
          <a:lstStyle/>
          <a:p>
            <a:r>
              <a:rPr lang="en-US" altLang="zh-CN" dirty="0"/>
              <a:t>Configurable web app template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BB31-DF73-A2B6-AF60-0D246C5CD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10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 descr="Geography department logo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Week03_GEOG3319_Suvery123</Template>
  <TotalTime>3447</TotalTime>
  <Words>120</Words>
  <Application>Microsoft Office PowerPoint</Application>
  <PresentationFormat>Custom</PresentationFormat>
  <Paragraphs>14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Calibri</vt:lpstr>
      <vt:lpstr>Wingdings 2</vt:lpstr>
      <vt:lpstr>2_DividendVTI</vt:lpstr>
      <vt:lpstr>DividendVTI</vt:lpstr>
      <vt:lpstr>1_DividendVTI</vt:lpstr>
      <vt:lpstr>3_DividendVTI</vt:lpstr>
      <vt:lpstr>WEEK 04   arcgis field map  lecture</vt:lpstr>
      <vt:lpstr>4.1  introduction </vt:lpstr>
      <vt:lpstr>Response web-map</vt:lpstr>
      <vt:lpstr>Configurable web app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101</cp:revision>
  <dcterms:created xsi:type="dcterms:W3CDTF">2020-07-26T21:20:11Z</dcterms:created>
  <dcterms:modified xsi:type="dcterms:W3CDTF">2025-09-15T21:57:08Z</dcterms:modified>
</cp:coreProperties>
</file>