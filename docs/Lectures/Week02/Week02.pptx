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95" d="100"/>
          <a:sy n="95" d="100"/>
        </p:scale>
        <p:origin x="1158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66D1F8-76BD-8F16-25EF-984B389F034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EE45592-27E7-D59C-11D6-57D6C934ADF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58230B4-76A6-0888-DB04-B470462678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C3A506-F5CC-42EC-896B-40CA9DBA895A}" type="datetimeFigureOut">
              <a:rPr lang="en-US" smtClean="0"/>
              <a:t>8/23/2025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4C90D11-37E9-B474-1A3F-D1BCE1E058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ABCCB05-ABE6-3258-B2DB-415FCF9CF3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9FD1FB-C80C-4E0E-8C37-785C02996E5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478248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4A2026-6806-EBB1-E123-D79843E1EE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ED09F23-1525-E118-7FC2-9CC5140D03D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DD3DAB-71AC-4CA4-E91D-58733477A7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C3A506-F5CC-42EC-896B-40CA9DBA895A}" type="datetimeFigureOut">
              <a:rPr lang="en-US" smtClean="0"/>
              <a:t>8/23/2025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D1FF34B-52AD-E1A7-72BB-4374052586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3FC1141-FC56-7C89-F7E9-DEC846911E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9FD1FB-C80C-4E0E-8C37-785C02996E5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8530302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BB3A22-5E5A-C77E-10F4-D15F26EB40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843B011-16D0-8DD5-0900-D12997AD5D8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E45E865-1C30-EF70-30A2-08A19A90248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C3A506-F5CC-42EC-896B-40CA9DBA895A}" type="datetimeFigureOut">
              <a:rPr lang="en-US" smtClean="0"/>
              <a:t>8/23/2025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D1FC532-A332-D10E-B274-018FE59FFD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956F470-3B68-3356-5EDA-9EEC0330E4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9FD1FB-C80C-4E0E-8C37-785C02996E5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5530818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E0DFE6-834A-F153-2260-037DE7B3C1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224C83C-3876-5686-BBD2-081C08F2544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B15ADD8-3F8B-9FBC-9C3C-CFEEE01F1B7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3B32889-DA15-12A1-55D3-8420FE4AA7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C3A506-F5CC-42EC-896B-40CA9DBA895A}" type="datetimeFigureOut">
              <a:rPr lang="en-US" smtClean="0"/>
              <a:t>8/23/2025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E785A97-FCA5-8377-5433-D8E36137D5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E70C12A-7894-61AA-B469-6A23ECE78E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9FD1FB-C80C-4E0E-8C37-785C02996E5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996807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6CAD8B-3AC0-77B3-2750-1DAA08AAC7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C4A8E42-EF04-1C24-55F5-F6A020C3237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CD252BC-8AA4-69C9-2CDA-928A8F78342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2C30C0A-85C7-E731-1BB2-56AAAF5A3CA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B9DA28E-3CC6-2576-4CE0-9CC3970E93F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EDBCC27-6D78-E4CB-4FF3-06128E44AA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C3A506-F5CC-42EC-896B-40CA9DBA895A}" type="datetimeFigureOut">
              <a:rPr lang="en-US" smtClean="0"/>
              <a:t>8/23/2025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0AD631AF-53D5-F890-FCA2-BFBCCFBD5A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BDA96B3-3952-569E-42F7-CD5242B49E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9FD1FB-C80C-4E0E-8C37-785C02996E5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6296681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ADF2B1-29FA-DAF3-8820-4B33EED3D2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AC7C20A-F88C-840E-1F69-C5D8188A08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C3A506-F5CC-42EC-896B-40CA9DBA895A}" type="datetimeFigureOut">
              <a:rPr lang="en-US" smtClean="0"/>
              <a:t>8/23/2025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EDBDBD1-FA69-7BFA-CA60-590BE20E8E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B91CD05-4E7F-B6E8-8632-D420DF9E63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9FD1FB-C80C-4E0E-8C37-785C02996E5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760039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1D18E0D-81C1-CCFF-B994-E4BB67D4F3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C3A506-F5CC-42EC-896B-40CA9DBA895A}" type="datetimeFigureOut">
              <a:rPr lang="en-US" smtClean="0"/>
              <a:t>8/23/2025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EBEE1E1-D780-2D57-20B9-3F53643798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487D9CA-8177-56DE-2AB7-0C9C0E0038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9FD1FB-C80C-4E0E-8C37-785C02996E5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3719404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FC1ECE-512D-9436-3866-79702E389F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34A37D0-BFED-58D2-7761-EC710411F72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5F11BCE-5942-7176-5078-0DC91F82EC4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DF627EC-C99F-379F-6ECC-C3279646E2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C3A506-F5CC-42EC-896B-40CA9DBA895A}" type="datetimeFigureOut">
              <a:rPr lang="en-US" smtClean="0"/>
              <a:t>8/23/2025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3D58EBF-6B54-8F16-ACFF-E476FB01C0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B9C92EA-F192-509A-D984-14B18EE9B8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9FD1FB-C80C-4E0E-8C37-785C02996E5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7859267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FC2B7D-606F-F5D0-F21D-B9E7481D30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53E6F3B-2D32-21BA-6D43-A5DA46E53DC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D8CFAE5-C723-1C96-9783-FBA785BFDC8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D1253C4-F68E-2ECB-B5F8-D8FEA20B36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C3A506-F5CC-42EC-896B-40CA9DBA895A}" type="datetimeFigureOut">
              <a:rPr lang="en-US" smtClean="0"/>
              <a:t>8/23/2025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D811B6B-0B8E-189A-A8D6-1D50062D2B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C109209-3714-0D6E-9486-A7D686E029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9FD1FB-C80C-4E0E-8C37-785C02996E5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901470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5B6DE9-2162-9577-2427-FEE235893D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DCBCA2E-2A74-6BDA-8009-4365BA0925B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CD78DA1-04DF-AEA9-89BE-7ACB6ED326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C3A506-F5CC-42EC-896B-40CA9DBA895A}" type="datetimeFigureOut">
              <a:rPr lang="en-US" smtClean="0"/>
              <a:t>8/23/2025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A13850F-740F-A64C-6910-2E520FF8EB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22B9794-B509-2230-4381-66E7E70813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9FD1FB-C80C-4E0E-8C37-785C02996E5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2412279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FC81552-06DA-63C0-4500-DEAE35372AD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36A678C-4634-1C2A-A19F-2A9E47ABA24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9B87BF5-9F06-D9B7-BA45-27D5C98705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C3A506-F5CC-42EC-896B-40CA9DBA895A}" type="datetimeFigureOut">
              <a:rPr lang="en-US" smtClean="0"/>
              <a:t>8/23/2025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BBA6F4D-6BB5-9CC2-6B98-51FFB949D6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DEC0046-E050-47BC-B16C-9C7F6ED3F5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9FD1FB-C80C-4E0E-8C37-785C02996E5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3766873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7EA80C5-C793-F42A-D1A8-7F3EAF86E4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7E0B437-030A-369F-4962-DBF9404039E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B60AFD3-5EB9-D35C-9B9F-03EBAD2DDE6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EC3A506-F5CC-42EC-896B-40CA9DBA895A}" type="datetimeFigureOut">
              <a:rPr lang="en-US" smtClean="0"/>
              <a:t>8/23/2025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2B19827-7CE5-DF25-40C1-8F1C550A272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D9AA4CB-F1CA-031E-2D7D-17D0AC34A73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D9FD1FB-C80C-4E0E-8C37-785C02996E5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1400618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D1C0EB-C034-90C6-6351-A613D3B08903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/>
              <a:t>Week 02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9F38E1D-12DD-2281-E316-98D97EE86403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/>
              <a:t>https://www.esri.com/about/newsroom/arcuser/the-gis-thats-changing-traditional-emergency-response-and-recovery</a:t>
            </a:r>
          </a:p>
        </p:txBody>
      </p:sp>
    </p:spTree>
    <p:extLst>
      <p:ext uri="{BB962C8B-B14F-4D97-AF65-F5344CB8AC3E}">
        <p14:creationId xmlns:p14="http://schemas.microsoft.com/office/powerpoint/2010/main" val="243653620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16</TotalTime>
  <Words>17</Words>
  <Application>Microsoft Office PowerPoint</Application>
  <PresentationFormat>Widescreen</PresentationFormat>
  <Paragraphs>2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Office Theme</vt:lpstr>
      <vt:lpstr>Week 02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Yanan Wu</dc:creator>
  <cp:lastModifiedBy>Yanan Wu</cp:lastModifiedBy>
  <cp:revision>2</cp:revision>
  <dcterms:created xsi:type="dcterms:W3CDTF">2025-08-21T14:08:10Z</dcterms:created>
  <dcterms:modified xsi:type="dcterms:W3CDTF">2025-08-23T20:28:23Z</dcterms:modified>
</cp:coreProperties>
</file>