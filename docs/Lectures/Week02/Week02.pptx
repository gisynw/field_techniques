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11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6D1F8-76BD-8F16-25EF-984B389F03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E45592-27E7-D59C-11D6-57D6C934AD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230B4-76A6-0888-DB04-B47046267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3A506-F5CC-42EC-896B-40CA9DBA895A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C90D11-37E9-B474-1A3F-D1BCE1E05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CCB05-ABE6-3258-B2DB-415FCF9CF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FD1FB-C80C-4E0E-8C37-785C02996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82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A2026-6806-EBB1-E123-D79843E1E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09F23-1525-E118-7FC2-9CC5140D03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DD3DAB-71AC-4CA4-E91D-58733477A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3A506-F5CC-42EC-896B-40CA9DBA895A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FF34B-52AD-E1A7-72BB-437405258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FC1141-FC56-7C89-F7E9-DEC846911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FD1FB-C80C-4E0E-8C37-785C02996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303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B3A22-5E5A-C77E-10F4-D15F26EB4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43B011-16D0-8DD5-0900-D12997AD5D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5E865-1C30-EF70-30A2-08A19A902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3A506-F5CC-42EC-896B-40CA9DBA895A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1FC532-A332-D10E-B274-018FE59FF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56F470-3B68-3356-5EDA-9EEC0330E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FD1FB-C80C-4E0E-8C37-785C02996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308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0DFE6-834A-F153-2260-037DE7B3C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4C83C-3876-5686-BBD2-081C08F254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15ADD8-3F8B-9FBC-9C3C-CFEEE01F1B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B32889-DA15-12A1-55D3-8420FE4AA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3A506-F5CC-42EC-896B-40CA9DBA895A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785A97-FCA5-8377-5433-D8E36137D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0C12A-7894-61AA-B469-6A23ECE78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FD1FB-C80C-4E0E-8C37-785C02996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968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CAD8B-3AC0-77B3-2750-1DAA08AAC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4A8E42-EF04-1C24-55F5-F6A020C32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D252BC-8AA4-69C9-2CDA-928A8F7834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C30C0A-85C7-E731-1BB2-56AAAF5A3C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9DA28E-3CC6-2576-4CE0-9CC3970E93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DBCC27-6D78-E4CB-4FF3-06128E44A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3A506-F5CC-42EC-896B-40CA9DBA895A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D631AF-53D5-F890-FCA2-BFBCCFBD5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DA96B3-3952-569E-42F7-CD5242B49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FD1FB-C80C-4E0E-8C37-785C02996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966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DF2B1-29FA-DAF3-8820-4B33EED3D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C7C20A-F88C-840E-1F69-C5D8188A0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3A506-F5CC-42EC-896B-40CA9DBA895A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DBDBD1-FA69-7BFA-CA60-590BE20E8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91CD05-4E7F-B6E8-8632-D420DF9E6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FD1FB-C80C-4E0E-8C37-785C02996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600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D18E0D-81C1-CCFF-B994-E4BB67D4F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3A506-F5CC-42EC-896B-40CA9DBA895A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BEE1E1-D780-2D57-20B9-3F5364379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87D9CA-8177-56DE-2AB7-0C9C0E003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FD1FB-C80C-4E0E-8C37-785C02996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194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C1ECE-512D-9436-3866-79702E389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A37D0-BFED-58D2-7761-EC710411F7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F11BCE-5942-7176-5078-0DC91F82EC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F627EC-C99F-379F-6ECC-C3279646E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3A506-F5CC-42EC-896B-40CA9DBA895A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D58EBF-6B54-8F16-ACFF-E476FB01C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9C92EA-F192-509A-D984-14B18EE9B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FD1FB-C80C-4E0E-8C37-785C02996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592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C2B7D-606F-F5D0-F21D-B9E7481D3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3E6F3B-2D32-21BA-6D43-A5DA46E53D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8CFAE5-C723-1C96-9783-FBA785BFD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1253C4-F68E-2ECB-B5F8-D8FEA20B3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3A506-F5CC-42EC-896B-40CA9DBA895A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811B6B-0B8E-189A-A8D6-1D50062D2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109209-3714-0D6E-9486-A7D686E02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FD1FB-C80C-4E0E-8C37-785C02996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014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B6DE9-2162-9577-2427-FEE235893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CBCA2E-2A74-6BDA-8009-4365BA0925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78DA1-04DF-AEA9-89BE-7ACB6ED32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3A506-F5CC-42EC-896B-40CA9DBA895A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13850F-740F-A64C-6910-2E520FF8E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B9794-B509-2230-4381-66E7E7081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FD1FB-C80C-4E0E-8C37-785C02996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122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C81552-06DA-63C0-4500-DEAE35372A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6A678C-4634-1C2A-A19F-2A9E47ABA2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B87BF5-9F06-D9B7-BA45-27D5C9870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3A506-F5CC-42EC-896B-40CA9DBA895A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BA6F4D-6BB5-9CC2-6B98-51FFB949D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EC0046-E050-47BC-B16C-9C7F6ED3F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FD1FB-C80C-4E0E-8C37-785C02996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668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EA80C5-C793-F42A-D1A8-7F3EAF86E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E0B437-030A-369F-4962-DBF9404039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60AFD3-5EB9-D35C-9B9F-03EBAD2DDE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C3A506-F5CC-42EC-896B-40CA9DBA895A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B19827-7CE5-DF25-40C1-8F1C550A27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9AA4CB-F1CA-031E-2D7D-17D0AC34A7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9FD1FB-C80C-4E0E-8C37-785C02996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006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1C0EB-C034-90C6-6351-A613D3B089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Week 02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F38E1D-12DD-2281-E316-98D97EE864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5362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Week 02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Yanan Wu</dc:creator>
  <cp:lastModifiedBy>Yanan Wu</cp:lastModifiedBy>
  <cp:revision>1</cp:revision>
  <dcterms:created xsi:type="dcterms:W3CDTF">2025-08-21T14:08:10Z</dcterms:created>
  <dcterms:modified xsi:type="dcterms:W3CDTF">2025-08-21T14:08:15Z</dcterms:modified>
</cp:coreProperties>
</file>